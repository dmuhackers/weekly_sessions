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9"/>
  </p:notesMasterIdLst>
  <p:sldIdLst>
    <p:sldId id="256" r:id="rId2"/>
    <p:sldId id="257" r:id="rId3"/>
    <p:sldId id="261" r:id="rId4"/>
    <p:sldId id="258" r:id="rId5"/>
    <p:sldId id="259" r:id="rId6"/>
    <p:sldId id="263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153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13" Type="http://schemas.openxmlformats.org/officeDocument/2006/relationships/image" Target="../media/image18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sv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png"/><Relationship Id="rId14" Type="http://schemas.openxmlformats.org/officeDocument/2006/relationships/image" Target="../media/image19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13" Type="http://schemas.openxmlformats.org/officeDocument/2006/relationships/image" Target="../media/image18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sv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png"/><Relationship Id="rId14" Type="http://schemas.openxmlformats.org/officeDocument/2006/relationships/image" Target="../media/image1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01A8651-9DEA-4915-A37F-18FD95AEB66F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FBFBF679-2259-4D9F-A26D-3967479AFD28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Diesel engine mechanics</a:t>
          </a:r>
          <a:endParaRPr lang="en-US"/>
        </a:p>
      </dgm:t>
    </dgm:pt>
    <dgm:pt modelId="{2C731FCE-1E61-4E1D-8DE6-5C1FAF8E38E8}" type="parTrans" cxnId="{DA221B2C-EA10-4791-86D9-D108D428D247}">
      <dgm:prSet/>
      <dgm:spPr/>
      <dgm:t>
        <a:bodyPr/>
        <a:lstStyle/>
        <a:p>
          <a:endParaRPr lang="en-US"/>
        </a:p>
      </dgm:t>
    </dgm:pt>
    <dgm:pt modelId="{535B42EE-572D-4A01-8265-5C8CD539E183}" type="sibTrans" cxnId="{DA221B2C-EA10-4791-86D9-D108D428D247}">
      <dgm:prSet/>
      <dgm:spPr/>
      <dgm:t>
        <a:bodyPr/>
        <a:lstStyle/>
        <a:p>
          <a:endParaRPr lang="en-US"/>
        </a:p>
      </dgm:t>
    </dgm:pt>
    <dgm:pt modelId="{773CFA4F-FF65-4C59-8310-030400301C30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Fuel based cooling</a:t>
          </a:r>
          <a:endParaRPr lang="en-US" dirty="0"/>
        </a:p>
      </dgm:t>
    </dgm:pt>
    <dgm:pt modelId="{98DEDB44-EE76-484E-BA1E-E007D129E108}" type="parTrans" cxnId="{78A67C18-553D-4CA3-9E7D-4DF67D49837A}">
      <dgm:prSet/>
      <dgm:spPr/>
      <dgm:t>
        <a:bodyPr/>
        <a:lstStyle/>
        <a:p>
          <a:endParaRPr lang="en-US"/>
        </a:p>
      </dgm:t>
    </dgm:pt>
    <dgm:pt modelId="{0789E853-FA34-498A-8E2F-010B8E4535A5}" type="sibTrans" cxnId="{78A67C18-553D-4CA3-9E7D-4DF67D49837A}">
      <dgm:prSet/>
      <dgm:spPr/>
      <dgm:t>
        <a:bodyPr/>
        <a:lstStyle/>
        <a:p>
          <a:endParaRPr lang="en-US"/>
        </a:p>
      </dgm:t>
    </dgm:pt>
    <dgm:pt modelId="{21A04D5A-FD01-4A82-9EEA-A65EF7A728B0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Primary/secondary imbalance</a:t>
          </a:r>
          <a:endParaRPr lang="en-US" dirty="0"/>
        </a:p>
      </dgm:t>
    </dgm:pt>
    <dgm:pt modelId="{5FCA2C10-684D-4711-909C-C5BBA90063B2}" type="parTrans" cxnId="{783B6EB2-1388-454C-AF4C-BCDC95E0A601}">
      <dgm:prSet/>
      <dgm:spPr/>
      <dgm:t>
        <a:bodyPr/>
        <a:lstStyle/>
        <a:p>
          <a:endParaRPr lang="en-US"/>
        </a:p>
      </dgm:t>
    </dgm:pt>
    <dgm:pt modelId="{6D9B8D66-38F9-4E71-86EE-4AE2603C28C7}" type="sibTrans" cxnId="{783B6EB2-1388-454C-AF4C-BCDC95E0A601}">
      <dgm:prSet/>
      <dgm:spPr/>
      <dgm:t>
        <a:bodyPr/>
        <a:lstStyle/>
        <a:p>
          <a:endParaRPr lang="en-US"/>
        </a:p>
      </dgm:t>
    </dgm:pt>
    <dgm:pt modelId="{1498DA77-9345-40D4-B4C7-6CDD6F397526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Crankshaft, conrods</a:t>
          </a:r>
          <a:endParaRPr lang="en-US"/>
        </a:p>
      </dgm:t>
    </dgm:pt>
    <dgm:pt modelId="{3DBB9BAC-C9F4-4099-9E17-E83028B574E1}" type="parTrans" cxnId="{ADD37554-9D37-4F79-955F-AA27D2FB9B63}">
      <dgm:prSet/>
      <dgm:spPr/>
      <dgm:t>
        <a:bodyPr/>
        <a:lstStyle/>
        <a:p>
          <a:endParaRPr lang="en-US"/>
        </a:p>
      </dgm:t>
    </dgm:pt>
    <dgm:pt modelId="{842DEAA0-D51B-4B3F-872E-5B3E060BD572}" type="sibTrans" cxnId="{ADD37554-9D37-4F79-955F-AA27D2FB9B63}">
      <dgm:prSet/>
      <dgm:spPr/>
      <dgm:t>
        <a:bodyPr/>
        <a:lstStyle/>
        <a:p>
          <a:endParaRPr lang="en-US"/>
        </a:p>
      </dgm:t>
    </dgm:pt>
    <dgm:pt modelId="{72BDF500-2612-4E0E-B557-E352CDD739A2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I didn’t talk about all of that because I would run out of time :)</a:t>
          </a:r>
          <a:endParaRPr lang="en-US" dirty="0"/>
        </a:p>
      </dgm:t>
    </dgm:pt>
    <dgm:pt modelId="{4063F1A7-DB41-4B94-9DAD-64716604F535}" type="parTrans" cxnId="{2D0E5DD1-48FC-4A98-8AAC-0F06577FA00B}">
      <dgm:prSet/>
      <dgm:spPr/>
      <dgm:t>
        <a:bodyPr/>
        <a:lstStyle/>
        <a:p>
          <a:endParaRPr lang="en-US"/>
        </a:p>
      </dgm:t>
    </dgm:pt>
    <dgm:pt modelId="{CC05BC8D-8E29-4984-9E5E-DA04CD8605ED}" type="sibTrans" cxnId="{2D0E5DD1-48FC-4A98-8AAC-0F06577FA00B}">
      <dgm:prSet/>
      <dgm:spPr/>
      <dgm:t>
        <a:bodyPr/>
        <a:lstStyle/>
        <a:p>
          <a:endParaRPr lang="en-US"/>
        </a:p>
      </dgm:t>
    </dgm:pt>
    <dgm:pt modelId="{21AFE8E2-8039-43BB-BB72-A23035F3E6A3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Compression ratio</a:t>
          </a:r>
        </a:p>
      </dgm:t>
    </dgm:pt>
    <dgm:pt modelId="{6C043C83-A667-46A9-8EEB-40E03B8A2FBF}" type="parTrans" cxnId="{47137590-7922-41B5-8079-DEBE3BD82FAD}">
      <dgm:prSet/>
      <dgm:spPr/>
      <dgm:t>
        <a:bodyPr/>
        <a:lstStyle/>
        <a:p>
          <a:endParaRPr lang="en-GB"/>
        </a:p>
      </dgm:t>
    </dgm:pt>
    <dgm:pt modelId="{E462BB6D-D5EE-4549-8AB6-5A6D111FF651}" type="sibTrans" cxnId="{47137590-7922-41B5-8079-DEBE3BD82FAD}">
      <dgm:prSet/>
      <dgm:spPr/>
      <dgm:t>
        <a:bodyPr/>
        <a:lstStyle/>
        <a:p>
          <a:endParaRPr lang="en-GB"/>
        </a:p>
      </dgm:t>
    </dgm:pt>
    <dgm:pt modelId="{E30476C5-3146-4D38-8E4F-0292E314AB44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There is obviously much more to know!</a:t>
          </a:r>
        </a:p>
      </dgm:t>
    </dgm:pt>
    <dgm:pt modelId="{D949993B-8D44-4E98-8FD3-901E279E5D93}" type="parTrans" cxnId="{B96715AC-D3B1-47C6-A95E-DCDD17CF6F12}">
      <dgm:prSet/>
      <dgm:spPr/>
      <dgm:t>
        <a:bodyPr/>
        <a:lstStyle/>
        <a:p>
          <a:endParaRPr lang="en-GB"/>
        </a:p>
      </dgm:t>
    </dgm:pt>
    <dgm:pt modelId="{92A5740F-902A-4B87-AC41-1E47343398E9}" type="sibTrans" cxnId="{B96715AC-D3B1-47C6-A95E-DCDD17CF6F12}">
      <dgm:prSet/>
      <dgm:spPr/>
      <dgm:t>
        <a:bodyPr/>
        <a:lstStyle/>
        <a:p>
          <a:endParaRPr lang="en-GB"/>
        </a:p>
      </dgm:t>
    </dgm:pt>
    <dgm:pt modelId="{6D6CED33-E88F-4CBF-A669-A984AD89FBD8}" type="pres">
      <dgm:prSet presAssocID="{001A8651-9DEA-4915-A37F-18FD95AEB66F}" presName="root" presStyleCnt="0">
        <dgm:presLayoutVars>
          <dgm:dir/>
          <dgm:resizeHandles val="exact"/>
        </dgm:presLayoutVars>
      </dgm:prSet>
      <dgm:spPr/>
    </dgm:pt>
    <dgm:pt modelId="{6C53B8E7-12CE-4AC8-B73B-F0049993A6FC}" type="pres">
      <dgm:prSet presAssocID="{FBFBF679-2259-4D9F-A26D-3967479AFD28}" presName="compNode" presStyleCnt="0"/>
      <dgm:spPr/>
    </dgm:pt>
    <dgm:pt modelId="{AFD579DB-2AFF-4C71-9301-D91039FC1832}" type="pres">
      <dgm:prSet presAssocID="{FBFBF679-2259-4D9F-A26D-3967479AFD28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uel with solid fill"/>
        </a:ext>
      </dgm:extLst>
    </dgm:pt>
    <dgm:pt modelId="{0EF5D93B-4B7D-4156-90B6-DAE30D9E21A2}" type="pres">
      <dgm:prSet presAssocID="{FBFBF679-2259-4D9F-A26D-3967479AFD28}" presName="spaceRect" presStyleCnt="0"/>
      <dgm:spPr/>
    </dgm:pt>
    <dgm:pt modelId="{12971CED-1F00-4CE7-B6B4-4CCADADAD089}" type="pres">
      <dgm:prSet presAssocID="{FBFBF679-2259-4D9F-A26D-3967479AFD28}" presName="textRect" presStyleLbl="revTx" presStyleIdx="0" presStyleCnt="7">
        <dgm:presLayoutVars>
          <dgm:chMax val="1"/>
          <dgm:chPref val="1"/>
        </dgm:presLayoutVars>
      </dgm:prSet>
      <dgm:spPr/>
    </dgm:pt>
    <dgm:pt modelId="{8A78E8F4-791A-4D5A-8412-F023F084CF92}" type="pres">
      <dgm:prSet presAssocID="{535B42EE-572D-4A01-8265-5C8CD539E183}" presName="sibTrans" presStyleCnt="0"/>
      <dgm:spPr/>
    </dgm:pt>
    <dgm:pt modelId="{1E7D1729-17EC-42D8-82C5-12B55623D227}" type="pres">
      <dgm:prSet presAssocID="{773CFA4F-FF65-4C59-8310-030400301C30}" presName="compNode" presStyleCnt="0"/>
      <dgm:spPr/>
    </dgm:pt>
    <dgm:pt modelId="{875F64E7-99CD-4D4C-9D7A-454799C76BD3}" type="pres">
      <dgm:prSet presAssocID="{773CFA4F-FF65-4C59-8310-030400301C30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re"/>
        </a:ext>
      </dgm:extLst>
    </dgm:pt>
    <dgm:pt modelId="{96663D87-617C-4888-88B4-7FBC015FF783}" type="pres">
      <dgm:prSet presAssocID="{773CFA4F-FF65-4C59-8310-030400301C30}" presName="spaceRect" presStyleCnt="0"/>
      <dgm:spPr/>
    </dgm:pt>
    <dgm:pt modelId="{6B197624-A93C-4CBA-A08F-D3D5662B3AB1}" type="pres">
      <dgm:prSet presAssocID="{773CFA4F-FF65-4C59-8310-030400301C30}" presName="textRect" presStyleLbl="revTx" presStyleIdx="1" presStyleCnt="7">
        <dgm:presLayoutVars>
          <dgm:chMax val="1"/>
          <dgm:chPref val="1"/>
        </dgm:presLayoutVars>
      </dgm:prSet>
      <dgm:spPr/>
    </dgm:pt>
    <dgm:pt modelId="{4DEEFE93-D64F-4AF5-9BAA-2C2AA3F5D1D9}" type="pres">
      <dgm:prSet presAssocID="{0789E853-FA34-498A-8E2F-010B8E4535A5}" presName="sibTrans" presStyleCnt="0"/>
      <dgm:spPr/>
    </dgm:pt>
    <dgm:pt modelId="{100B5D70-C27C-453A-BC2D-58D5ED8F9415}" type="pres">
      <dgm:prSet presAssocID="{21AFE8E2-8039-43BB-BB72-A23035F3E6A3}" presName="compNode" presStyleCnt="0"/>
      <dgm:spPr/>
    </dgm:pt>
    <dgm:pt modelId="{9A0FE471-03CE-4158-988D-8D80D636974D}" type="pres">
      <dgm:prSet presAssocID="{21AFE8E2-8039-43BB-BB72-A23035F3E6A3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ube with solid fill"/>
        </a:ext>
      </dgm:extLst>
    </dgm:pt>
    <dgm:pt modelId="{9937861C-72F0-47C2-9297-F0D28C9587A2}" type="pres">
      <dgm:prSet presAssocID="{21AFE8E2-8039-43BB-BB72-A23035F3E6A3}" presName="spaceRect" presStyleCnt="0"/>
      <dgm:spPr/>
    </dgm:pt>
    <dgm:pt modelId="{39175477-A441-467B-B6D4-EC9F406FED46}" type="pres">
      <dgm:prSet presAssocID="{21AFE8E2-8039-43BB-BB72-A23035F3E6A3}" presName="textRect" presStyleLbl="revTx" presStyleIdx="2" presStyleCnt="7">
        <dgm:presLayoutVars>
          <dgm:chMax val="1"/>
          <dgm:chPref val="1"/>
        </dgm:presLayoutVars>
      </dgm:prSet>
      <dgm:spPr/>
    </dgm:pt>
    <dgm:pt modelId="{8C4EF011-1662-4D2C-922A-1C4D49ADEC4A}" type="pres">
      <dgm:prSet presAssocID="{E462BB6D-D5EE-4549-8AB6-5A6D111FF651}" presName="sibTrans" presStyleCnt="0"/>
      <dgm:spPr/>
    </dgm:pt>
    <dgm:pt modelId="{63B3A6C7-27F4-40AF-95FF-0D725481DF94}" type="pres">
      <dgm:prSet presAssocID="{21A04D5A-FD01-4A82-9EEA-A65EF7A728B0}" presName="compNode" presStyleCnt="0"/>
      <dgm:spPr/>
    </dgm:pt>
    <dgm:pt modelId="{F0AFC7C8-2E70-4514-A689-DE021AD4FD67}" type="pres">
      <dgm:prSet presAssocID="{21A04D5A-FD01-4A82-9EEA-A65EF7A728B0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AED7CFA7-E6CB-433D-82D8-4CA7ABEEDC33}" type="pres">
      <dgm:prSet presAssocID="{21A04D5A-FD01-4A82-9EEA-A65EF7A728B0}" presName="spaceRect" presStyleCnt="0"/>
      <dgm:spPr/>
    </dgm:pt>
    <dgm:pt modelId="{4B85BF49-8CED-4889-9133-F1ED317DF2F0}" type="pres">
      <dgm:prSet presAssocID="{21A04D5A-FD01-4A82-9EEA-A65EF7A728B0}" presName="textRect" presStyleLbl="revTx" presStyleIdx="3" presStyleCnt="7">
        <dgm:presLayoutVars>
          <dgm:chMax val="1"/>
          <dgm:chPref val="1"/>
        </dgm:presLayoutVars>
      </dgm:prSet>
      <dgm:spPr/>
    </dgm:pt>
    <dgm:pt modelId="{502F4FBD-F700-4282-A05A-7CA821B0CB01}" type="pres">
      <dgm:prSet presAssocID="{6D9B8D66-38F9-4E71-86EE-4AE2603C28C7}" presName="sibTrans" presStyleCnt="0"/>
      <dgm:spPr/>
    </dgm:pt>
    <dgm:pt modelId="{8636B576-8933-4F02-B175-A0F6F773A302}" type="pres">
      <dgm:prSet presAssocID="{1498DA77-9345-40D4-B4C7-6CDD6F397526}" presName="compNode" presStyleCnt="0"/>
      <dgm:spPr/>
    </dgm:pt>
    <dgm:pt modelId="{6187195D-C6B1-4F40-90C6-FDFED112C341}" type="pres">
      <dgm:prSet presAssocID="{1498DA77-9345-40D4-B4C7-6CDD6F397526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ingle gear"/>
        </a:ext>
      </dgm:extLst>
    </dgm:pt>
    <dgm:pt modelId="{F3D3CFD6-DAA0-4BB6-A096-8D0D8607F98B}" type="pres">
      <dgm:prSet presAssocID="{1498DA77-9345-40D4-B4C7-6CDD6F397526}" presName="spaceRect" presStyleCnt="0"/>
      <dgm:spPr/>
    </dgm:pt>
    <dgm:pt modelId="{06592B42-F2A6-45F3-9ABB-BC8A78061FEC}" type="pres">
      <dgm:prSet presAssocID="{1498DA77-9345-40D4-B4C7-6CDD6F397526}" presName="textRect" presStyleLbl="revTx" presStyleIdx="4" presStyleCnt="7">
        <dgm:presLayoutVars>
          <dgm:chMax val="1"/>
          <dgm:chPref val="1"/>
        </dgm:presLayoutVars>
      </dgm:prSet>
      <dgm:spPr/>
    </dgm:pt>
    <dgm:pt modelId="{8CE0A4BC-0969-42F8-8E97-DA628F65D706}" type="pres">
      <dgm:prSet presAssocID="{842DEAA0-D51B-4B3F-872E-5B3E060BD572}" presName="sibTrans" presStyleCnt="0"/>
      <dgm:spPr/>
    </dgm:pt>
    <dgm:pt modelId="{6791747A-83E5-4909-8177-2AC18D142352}" type="pres">
      <dgm:prSet presAssocID="{E30476C5-3146-4D38-8E4F-0292E314AB44}" presName="compNode" presStyleCnt="0"/>
      <dgm:spPr/>
    </dgm:pt>
    <dgm:pt modelId="{1F8E8983-D26B-43E9-A5D3-574BCD58F7B9}" type="pres">
      <dgm:prSet presAssocID="{E30476C5-3146-4D38-8E4F-0292E314AB44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own with solid fill"/>
        </a:ext>
      </dgm:extLst>
    </dgm:pt>
    <dgm:pt modelId="{EDBEE569-ABD1-43E5-B1D5-689F299A6F0C}" type="pres">
      <dgm:prSet presAssocID="{E30476C5-3146-4D38-8E4F-0292E314AB44}" presName="spaceRect" presStyleCnt="0"/>
      <dgm:spPr/>
    </dgm:pt>
    <dgm:pt modelId="{B95864AC-6E6E-4693-867A-02F1F6BC1ED1}" type="pres">
      <dgm:prSet presAssocID="{E30476C5-3146-4D38-8E4F-0292E314AB44}" presName="textRect" presStyleLbl="revTx" presStyleIdx="5" presStyleCnt="7">
        <dgm:presLayoutVars>
          <dgm:chMax val="1"/>
          <dgm:chPref val="1"/>
        </dgm:presLayoutVars>
      </dgm:prSet>
      <dgm:spPr/>
    </dgm:pt>
    <dgm:pt modelId="{279F01DA-6F76-448F-8CBB-1C19CE4E9F8A}" type="pres">
      <dgm:prSet presAssocID="{92A5740F-902A-4B87-AC41-1E47343398E9}" presName="sibTrans" presStyleCnt="0"/>
      <dgm:spPr/>
    </dgm:pt>
    <dgm:pt modelId="{1E7A0692-1F10-4C54-9E12-3920FA616010}" type="pres">
      <dgm:prSet presAssocID="{72BDF500-2612-4E0E-B557-E352CDD739A2}" presName="compNode" presStyleCnt="0"/>
      <dgm:spPr/>
    </dgm:pt>
    <dgm:pt modelId="{E691D601-0901-42C5-BAB8-FB830889EA01}" type="pres">
      <dgm:prSet presAssocID="{72BDF500-2612-4E0E-B557-E352CDD739A2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un"/>
        </a:ext>
      </dgm:extLst>
    </dgm:pt>
    <dgm:pt modelId="{6430CDE2-0825-48C3-824B-6FF2672D091F}" type="pres">
      <dgm:prSet presAssocID="{72BDF500-2612-4E0E-B557-E352CDD739A2}" presName="spaceRect" presStyleCnt="0"/>
      <dgm:spPr/>
    </dgm:pt>
    <dgm:pt modelId="{88143F8F-84F9-4EED-9A17-CB829C8454BC}" type="pres">
      <dgm:prSet presAssocID="{72BDF500-2612-4E0E-B557-E352CDD739A2}" presName="textRect" presStyleLbl="revTx" presStyleIdx="6" presStyleCnt="7">
        <dgm:presLayoutVars>
          <dgm:chMax val="1"/>
          <dgm:chPref val="1"/>
        </dgm:presLayoutVars>
      </dgm:prSet>
      <dgm:spPr/>
    </dgm:pt>
  </dgm:ptLst>
  <dgm:cxnLst>
    <dgm:cxn modelId="{78A67C18-553D-4CA3-9E7D-4DF67D49837A}" srcId="{001A8651-9DEA-4915-A37F-18FD95AEB66F}" destId="{773CFA4F-FF65-4C59-8310-030400301C30}" srcOrd="1" destOrd="0" parTransId="{98DEDB44-EE76-484E-BA1E-E007D129E108}" sibTransId="{0789E853-FA34-498A-8E2F-010B8E4535A5}"/>
    <dgm:cxn modelId="{2855FA19-DBDD-4AB7-8580-42266C27ED78}" type="presOf" srcId="{21AFE8E2-8039-43BB-BB72-A23035F3E6A3}" destId="{39175477-A441-467B-B6D4-EC9F406FED46}" srcOrd="0" destOrd="0" presId="urn:microsoft.com/office/officeart/2018/2/layout/IconLabelList"/>
    <dgm:cxn modelId="{DA221B2C-EA10-4791-86D9-D108D428D247}" srcId="{001A8651-9DEA-4915-A37F-18FD95AEB66F}" destId="{FBFBF679-2259-4D9F-A26D-3967479AFD28}" srcOrd="0" destOrd="0" parTransId="{2C731FCE-1E61-4E1D-8DE6-5C1FAF8E38E8}" sibTransId="{535B42EE-572D-4A01-8265-5C8CD539E183}"/>
    <dgm:cxn modelId="{38C18A36-1B9E-4DF3-82AC-E92F9BA707A5}" type="presOf" srcId="{1498DA77-9345-40D4-B4C7-6CDD6F397526}" destId="{06592B42-F2A6-45F3-9ABB-BC8A78061FEC}" srcOrd="0" destOrd="0" presId="urn:microsoft.com/office/officeart/2018/2/layout/IconLabelList"/>
    <dgm:cxn modelId="{D209693E-CACB-415E-9F27-20296D21C9EF}" type="presOf" srcId="{72BDF500-2612-4E0E-B557-E352CDD739A2}" destId="{88143F8F-84F9-4EED-9A17-CB829C8454BC}" srcOrd="0" destOrd="0" presId="urn:microsoft.com/office/officeart/2018/2/layout/IconLabelList"/>
    <dgm:cxn modelId="{2AAF6D4E-83AF-4A8B-8A1B-1A4B622A7CB1}" type="presOf" srcId="{001A8651-9DEA-4915-A37F-18FD95AEB66F}" destId="{6D6CED33-E88F-4CBF-A669-A984AD89FBD8}" srcOrd="0" destOrd="0" presId="urn:microsoft.com/office/officeart/2018/2/layout/IconLabelList"/>
    <dgm:cxn modelId="{ADD37554-9D37-4F79-955F-AA27D2FB9B63}" srcId="{001A8651-9DEA-4915-A37F-18FD95AEB66F}" destId="{1498DA77-9345-40D4-B4C7-6CDD6F397526}" srcOrd="4" destOrd="0" parTransId="{3DBB9BAC-C9F4-4099-9E17-E83028B574E1}" sibTransId="{842DEAA0-D51B-4B3F-872E-5B3E060BD572}"/>
    <dgm:cxn modelId="{4A64B678-D3B7-4614-9A27-1AB60A8006DD}" type="presOf" srcId="{21A04D5A-FD01-4A82-9EEA-A65EF7A728B0}" destId="{4B85BF49-8CED-4889-9133-F1ED317DF2F0}" srcOrd="0" destOrd="0" presId="urn:microsoft.com/office/officeart/2018/2/layout/IconLabelList"/>
    <dgm:cxn modelId="{47137590-7922-41B5-8079-DEBE3BD82FAD}" srcId="{001A8651-9DEA-4915-A37F-18FD95AEB66F}" destId="{21AFE8E2-8039-43BB-BB72-A23035F3E6A3}" srcOrd="2" destOrd="0" parTransId="{6C043C83-A667-46A9-8EEB-40E03B8A2FBF}" sibTransId="{E462BB6D-D5EE-4549-8AB6-5A6D111FF651}"/>
    <dgm:cxn modelId="{F3A125A3-7D98-448F-9F01-85305B994BDA}" type="presOf" srcId="{773CFA4F-FF65-4C59-8310-030400301C30}" destId="{6B197624-A93C-4CBA-A08F-D3D5662B3AB1}" srcOrd="0" destOrd="0" presId="urn:microsoft.com/office/officeart/2018/2/layout/IconLabelList"/>
    <dgm:cxn modelId="{B96715AC-D3B1-47C6-A95E-DCDD17CF6F12}" srcId="{001A8651-9DEA-4915-A37F-18FD95AEB66F}" destId="{E30476C5-3146-4D38-8E4F-0292E314AB44}" srcOrd="5" destOrd="0" parTransId="{D949993B-8D44-4E98-8FD3-901E279E5D93}" sibTransId="{92A5740F-902A-4B87-AC41-1E47343398E9}"/>
    <dgm:cxn modelId="{783B6EB2-1388-454C-AF4C-BCDC95E0A601}" srcId="{001A8651-9DEA-4915-A37F-18FD95AEB66F}" destId="{21A04D5A-FD01-4A82-9EEA-A65EF7A728B0}" srcOrd="3" destOrd="0" parTransId="{5FCA2C10-684D-4711-909C-C5BBA90063B2}" sibTransId="{6D9B8D66-38F9-4E71-86EE-4AE2603C28C7}"/>
    <dgm:cxn modelId="{2D0E5DD1-48FC-4A98-8AAC-0F06577FA00B}" srcId="{001A8651-9DEA-4915-A37F-18FD95AEB66F}" destId="{72BDF500-2612-4E0E-B557-E352CDD739A2}" srcOrd="6" destOrd="0" parTransId="{4063F1A7-DB41-4B94-9DAD-64716604F535}" sibTransId="{CC05BC8D-8E29-4984-9E5E-DA04CD8605ED}"/>
    <dgm:cxn modelId="{6A7C46D4-A583-4F2D-80D7-AB2D324CB37E}" type="presOf" srcId="{FBFBF679-2259-4D9F-A26D-3967479AFD28}" destId="{12971CED-1F00-4CE7-B6B4-4CCADADAD089}" srcOrd="0" destOrd="0" presId="urn:microsoft.com/office/officeart/2018/2/layout/IconLabelList"/>
    <dgm:cxn modelId="{EA83E1DC-9ED4-4BBA-9B76-058FEC14ADF6}" type="presOf" srcId="{E30476C5-3146-4D38-8E4F-0292E314AB44}" destId="{B95864AC-6E6E-4693-867A-02F1F6BC1ED1}" srcOrd="0" destOrd="0" presId="urn:microsoft.com/office/officeart/2018/2/layout/IconLabelList"/>
    <dgm:cxn modelId="{5EB9887A-538F-4688-BB85-0B1708B876AD}" type="presParOf" srcId="{6D6CED33-E88F-4CBF-A669-A984AD89FBD8}" destId="{6C53B8E7-12CE-4AC8-B73B-F0049993A6FC}" srcOrd="0" destOrd="0" presId="urn:microsoft.com/office/officeart/2018/2/layout/IconLabelList"/>
    <dgm:cxn modelId="{D6CE8E06-2A57-413E-BC2D-916259255579}" type="presParOf" srcId="{6C53B8E7-12CE-4AC8-B73B-F0049993A6FC}" destId="{AFD579DB-2AFF-4C71-9301-D91039FC1832}" srcOrd="0" destOrd="0" presId="urn:microsoft.com/office/officeart/2018/2/layout/IconLabelList"/>
    <dgm:cxn modelId="{CA101612-468E-40F3-8834-F039B6AC1D2B}" type="presParOf" srcId="{6C53B8E7-12CE-4AC8-B73B-F0049993A6FC}" destId="{0EF5D93B-4B7D-4156-90B6-DAE30D9E21A2}" srcOrd="1" destOrd="0" presId="urn:microsoft.com/office/officeart/2018/2/layout/IconLabelList"/>
    <dgm:cxn modelId="{ECAF67C3-203F-4B5A-A1D1-807EDD01177B}" type="presParOf" srcId="{6C53B8E7-12CE-4AC8-B73B-F0049993A6FC}" destId="{12971CED-1F00-4CE7-B6B4-4CCADADAD089}" srcOrd="2" destOrd="0" presId="urn:microsoft.com/office/officeart/2018/2/layout/IconLabelList"/>
    <dgm:cxn modelId="{59279518-4AEE-439D-8964-B140FE22A42C}" type="presParOf" srcId="{6D6CED33-E88F-4CBF-A669-A984AD89FBD8}" destId="{8A78E8F4-791A-4D5A-8412-F023F084CF92}" srcOrd="1" destOrd="0" presId="urn:microsoft.com/office/officeart/2018/2/layout/IconLabelList"/>
    <dgm:cxn modelId="{0975ADF4-59E8-4E69-8D33-8CD10777E119}" type="presParOf" srcId="{6D6CED33-E88F-4CBF-A669-A984AD89FBD8}" destId="{1E7D1729-17EC-42D8-82C5-12B55623D227}" srcOrd="2" destOrd="0" presId="urn:microsoft.com/office/officeart/2018/2/layout/IconLabelList"/>
    <dgm:cxn modelId="{180199CF-9A6E-4A93-A0D5-59087612BE89}" type="presParOf" srcId="{1E7D1729-17EC-42D8-82C5-12B55623D227}" destId="{875F64E7-99CD-4D4C-9D7A-454799C76BD3}" srcOrd="0" destOrd="0" presId="urn:microsoft.com/office/officeart/2018/2/layout/IconLabelList"/>
    <dgm:cxn modelId="{3D224A5A-2425-49B4-B946-62DDC7E08885}" type="presParOf" srcId="{1E7D1729-17EC-42D8-82C5-12B55623D227}" destId="{96663D87-617C-4888-88B4-7FBC015FF783}" srcOrd="1" destOrd="0" presId="urn:microsoft.com/office/officeart/2018/2/layout/IconLabelList"/>
    <dgm:cxn modelId="{FA4ABED5-9BAF-4F79-B5C9-44A333C93957}" type="presParOf" srcId="{1E7D1729-17EC-42D8-82C5-12B55623D227}" destId="{6B197624-A93C-4CBA-A08F-D3D5662B3AB1}" srcOrd="2" destOrd="0" presId="urn:microsoft.com/office/officeart/2018/2/layout/IconLabelList"/>
    <dgm:cxn modelId="{8E7DD1AD-7B12-4AD6-914C-69E3426FF71B}" type="presParOf" srcId="{6D6CED33-E88F-4CBF-A669-A984AD89FBD8}" destId="{4DEEFE93-D64F-4AF5-9BAA-2C2AA3F5D1D9}" srcOrd="3" destOrd="0" presId="urn:microsoft.com/office/officeart/2018/2/layout/IconLabelList"/>
    <dgm:cxn modelId="{56708215-7E93-4E23-B28E-F4C34C1C3662}" type="presParOf" srcId="{6D6CED33-E88F-4CBF-A669-A984AD89FBD8}" destId="{100B5D70-C27C-453A-BC2D-58D5ED8F9415}" srcOrd="4" destOrd="0" presId="urn:microsoft.com/office/officeart/2018/2/layout/IconLabelList"/>
    <dgm:cxn modelId="{591EEDDE-DA28-4FCF-9D70-2E1F64BB15B4}" type="presParOf" srcId="{100B5D70-C27C-453A-BC2D-58D5ED8F9415}" destId="{9A0FE471-03CE-4158-988D-8D80D636974D}" srcOrd="0" destOrd="0" presId="urn:microsoft.com/office/officeart/2018/2/layout/IconLabelList"/>
    <dgm:cxn modelId="{D0168261-340B-4B7F-985A-906EF21EACA1}" type="presParOf" srcId="{100B5D70-C27C-453A-BC2D-58D5ED8F9415}" destId="{9937861C-72F0-47C2-9297-F0D28C9587A2}" srcOrd="1" destOrd="0" presId="urn:microsoft.com/office/officeart/2018/2/layout/IconLabelList"/>
    <dgm:cxn modelId="{0A81FADD-6B75-4B33-A36D-150386493AE5}" type="presParOf" srcId="{100B5D70-C27C-453A-BC2D-58D5ED8F9415}" destId="{39175477-A441-467B-B6D4-EC9F406FED46}" srcOrd="2" destOrd="0" presId="urn:microsoft.com/office/officeart/2018/2/layout/IconLabelList"/>
    <dgm:cxn modelId="{5CD94FF8-DA1E-4881-BD97-DFF16343C573}" type="presParOf" srcId="{6D6CED33-E88F-4CBF-A669-A984AD89FBD8}" destId="{8C4EF011-1662-4D2C-922A-1C4D49ADEC4A}" srcOrd="5" destOrd="0" presId="urn:microsoft.com/office/officeart/2018/2/layout/IconLabelList"/>
    <dgm:cxn modelId="{784FE2C9-2096-478B-9D30-9640CC6FB62A}" type="presParOf" srcId="{6D6CED33-E88F-4CBF-A669-A984AD89FBD8}" destId="{63B3A6C7-27F4-40AF-95FF-0D725481DF94}" srcOrd="6" destOrd="0" presId="urn:microsoft.com/office/officeart/2018/2/layout/IconLabelList"/>
    <dgm:cxn modelId="{D133D65D-77A5-403D-AB45-88339AD04440}" type="presParOf" srcId="{63B3A6C7-27F4-40AF-95FF-0D725481DF94}" destId="{F0AFC7C8-2E70-4514-A689-DE021AD4FD67}" srcOrd="0" destOrd="0" presId="urn:microsoft.com/office/officeart/2018/2/layout/IconLabelList"/>
    <dgm:cxn modelId="{E008FB87-C689-4909-8B2C-CBFE1DEDECC5}" type="presParOf" srcId="{63B3A6C7-27F4-40AF-95FF-0D725481DF94}" destId="{AED7CFA7-E6CB-433D-82D8-4CA7ABEEDC33}" srcOrd="1" destOrd="0" presId="urn:microsoft.com/office/officeart/2018/2/layout/IconLabelList"/>
    <dgm:cxn modelId="{54EF2987-AF2B-48CA-89FD-76AD56E5EE66}" type="presParOf" srcId="{63B3A6C7-27F4-40AF-95FF-0D725481DF94}" destId="{4B85BF49-8CED-4889-9133-F1ED317DF2F0}" srcOrd="2" destOrd="0" presId="urn:microsoft.com/office/officeart/2018/2/layout/IconLabelList"/>
    <dgm:cxn modelId="{6520F043-AD7C-4116-8AA7-4149D8F1C918}" type="presParOf" srcId="{6D6CED33-E88F-4CBF-A669-A984AD89FBD8}" destId="{502F4FBD-F700-4282-A05A-7CA821B0CB01}" srcOrd="7" destOrd="0" presId="urn:microsoft.com/office/officeart/2018/2/layout/IconLabelList"/>
    <dgm:cxn modelId="{7B7B7E31-037A-4270-A0C4-2F1988A79164}" type="presParOf" srcId="{6D6CED33-E88F-4CBF-A669-A984AD89FBD8}" destId="{8636B576-8933-4F02-B175-A0F6F773A302}" srcOrd="8" destOrd="0" presId="urn:microsoft.com/office/officeart/2018/2/layout/IconLabelList"/>
    <dgm:cxn modelId="{B4D695CB-4853-4D8B-8FAA-CCB0ECAD9676}" type="presParOf" srcId="{8636B576-8933-4F02-B175-A0F6F773A302}" destId="{6187195D-C6B1-4F40-90C6-FDFED112C341}" srcOrd="0" destOrd="0" presId="urn:microsoft.com/office/officeart/2018/2/layout/IconLabelList"/>
    <dgm:cxn modelId="{2F6D56BA-2A3E-4953-956E-CDC7AA6D3263}" type="presParOf" srcId="{8636B576-8933-4F02-B175-A0F6F773A302}" destId="{F3D3CFD6-DAA0-4BB6-A096-8D0D8607F98B}" srcOrd="1" destOrd="0" presId="urn:microsoft.com/office/officeart/2018/2/layout/IconLabelList"/>
    <dgm:cxn modelId="{28E028E8-6657-4B57-ACDF-711650ED4E1B}" type="presParOf" srcId="{8636B576-8933-4F02-B175-A0F6F773A302}" destId="{06592B42-F2A6-45F3-9ABB-BC8A78061FEC}" srcOrd="2" destOrd="0" presId="urn:microsoft.com/office/officeart/2018/2/layout/IconLabelList"/>
    <dgm:cxn modelId="{4998EBCD-9230-47FE-A43D-7113C08B264E}" type="presParOf" srcId="{6D6CED33-E88F-4CBF-A669-A984AD89FBD8}" destId="{8CE0A4BC-0969-42F8-8E97-DA628F65D706}" srcOrd="9" destOrd="0" presId="urn:microsoft.com/office/officeart/2018/2/layout/IconLabelList"/>
    <dgm:cxn modelId="{984A38DA-3E78-4F4A-B931-647FA0CFDC00}" type="presParOf" srcId="{6D6CED33-E88F-4CBF-A669-A984AD89FBD8}" destId="{6791747A-83E5-4909-8177-2AC18D142352}" srcOrd="10" destOrd="0" presId="urn:microsoft.com/office/officeart/2018/2/layout/IconLabelList"/>
    <dgm:cxn modelId="{AA34CD1C-E45D-46D0-B0C3-4CD50B8C666F}" type="presParOf" srcId="{6791747A-83E5-4909-8177-2AC18D142352}" destId="{1F8E8983-D26B-43E9-A5D3-574BCD58F7B9}" srcOrd="0" destOrd="0" presId="urn:microsoft.com/office/officeart/2018/2/layout/IconLabelList"/>
    <dgm:cxn modelId="{04E2C429-1A47-4251-83C4-39E48389D1C3}" type="presParOf" srcId="{6791747A-83E5-4909-8177-2AC18D142352}" destId="{EDBEE569-ABD1-43E5-B1D5-689F299A6F0C}" srcOrd="1" destOrd="0" presId="urn:microsoft.com/office/officeart/2018/2/layout/IconLabelList"/>
    <dgm:cxn modelId="{D2E44FFF-8B5F-44A2-B270-1151EBC49747}" type="presParOf" srcId="{6791747A-83E5-4909-8177-2AC18D142352}" destId="{B95864AC-6E6E-4693-867A-02F1F6BC1ED1}" srcOrd="2" destOrd="0" presId="urn:microsoft.com/office/officeart/2018/2/layout/IconLabelList"/>
    <dgm:cxn modelId="{DCEB0637-9606-4304-BFAD-252CC440A486}" type="presParOf" srcId="{6D6CED33-E88F-4CBF-A669-A984AD89FBD8}" destId="{279F01DA-6F76-448F-8CBB-1C19CE4E9F8A}" srcOrd="11" destOrd="0" presId="urn:microsoft.com/office/officeart/2018/2/layout/IconLabelList"/>
    <dgm:cxn modelId="{38AE4EB2-B22D-442F-9DBD-030A43BCD327}" type="presParOf" srcId="{6D6CED33-E88F-4CBF-A669-A984AD89FBD8}" destId="{1E7A0692-1F10-4C54-9E12-3920FA616010}" srcOrd="12" destOrd="0" presId="urn:microsoft.com/office/officeart/2018/2/layout/IconLabelList"/>
    <dgm:cxn modelId="{B366A99E-11D5-4EF5-9438-D2915142FF85}" type="presParOf" srcId="{1E7A0692-1F10-4C54-9E12-3920FA616010}" destId="{E691D601-0901-42C5-BAB8-FB830889EA01}" srcOrd="0" destOrd="0" presId="urn:microsoft.com/office/officeart/2018/2/layout/IconLabelList"/>
    <dgm:cxn modelId="{A5CB1E86-0469-4316-B1E6-173AB3287319}" type="presParOf" srcId="{1E7A0692-1F10-4C54-9E12-3920FA616010}" destId="{6430CDE2-0825-48C3-824B-6FF2672D091F}" srcOrd="1" destOrd="0" presId="urn:microsoft.com/office/officeart/2018/2/layout/IconLabelList"/>
    <dgm:cxn modelId="{7C47FB9B-B263-469F-AA7C-222FF4438BAF}" type="presParOf" srcId="{1E7A0692-1F10-4C54-9E12-3920FA616010}" destId="{88143F8F-84F9-4EED-9A17-CB829C8454BC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D579DB-2AFF-4C71-9301-D91039FC1832}">
      <dsp:nvSpPr>
        <dsp:cNvPr id="0" name=""/>
        <dsp:cNvSpPr/>
      </dsp:nvSpPr>
      <dsp:spPr>
        <a:xfrm>
          <a:off x="336003" y="941435"/>
          <a:ext cx="544218" cy="54421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971CED-1F00-4CE7-B6B4-4CCADADAD089}">
      <dsp:nvSpPr>
        <dsp:cNvPr id="0" name=""/>
        <dsp:cNvSpPr/>
      </dsp:nvSpPr>
      <dsp:spPr>
        <a:xfrm>
          <a:off x="3425" y="1671452"/>
          <a:ext cx="1209375" cy="4837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Diesel engine mechanics</a:t>
          </a:r>
          <a:endParaRPr lang="en-US" sz="1100" kern="1200"/>
        </a:p>
      </dsp:txBody>
      <dsp:txXfrm>
        <a:off x="3425" y="1671452"/>
        <a:ext cx="1209375" cy="483750"/>
      </dsp:txXfrm>
    </dsp:sp>
    <dsp:sp modelId="{875F64E7-99CD-4D4C-9D7A-454799C76BD3}">
      <dsp:nvSpPr>
        <dsp:cNvPr id="0" name=""/>
        <dsp:cNvSpPr/>
      </dsp:nvSpPr>
      <dsp:spPr>
        <a:xfrm>
          <a:off x="1757018" y="941435"/>
          <a:ext cx="544218" cy="54421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197624-A93C-4CBA-A08F-D3D5662B3AB1}">
      <dsp:nvSpPr>
        <dsp:cNvPr id="0" name=""/>
        <dsp:cNvSpPr/>
      </dsp:nvSpPr>
      <dsp:spPr>
        <a:xfrm>
          <a:off x="1424440" y="1671452"/>
          <a:ext cx="1209375" cy="4837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/>
            <a:t>Fuel based cooling</a:t>
          </a:r>
          <a:endParaRPr lang="en-US" sz="1100" kern="1200" dirty="0"/>
        </a:p>
      </dsp:txBody>
      <dsp:txXfrm>
        <a:off x="1424440" y="1671452"/>
        <a:ext cx="1209375" cy="483750"/>
      </dsp:txXfrm>
    </dsp:sp>
    <dsp:sp modelId="{9A0FE471-03CE-4158-988D-8D80D636974D}">
      <dsp:nvSpPr>
        <dsp:cNvPr id="0" name=""/>
        <dsp:cNvSpPr/>
      </dsp:nvSpPr>
      <dsp:spPr>
        <a:xfrm>
          <a:off x="3178034" y="941435"/>
          <a:ext cx="544218" cy="54421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5875" cap="rnd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175477-A441-467B-B6D4-EC9F406FED46}">
      <dsp:nvSpPr>
        <dsp:cNvPr id="0" name=""/>
        <dsp:cNvSpPr/>
      </dsp:nvSpPr>
      <dsp:spPr>
        <a:xfrm>
          <a:off x="2845456" y="1671452"/>
          <a:ext cx="1209375" cy="4837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/>
            <a:t>Compression ratio</a:t>
          </a:r>
        </a:p>
      </dsp:txBody>
      <dsp:txXfrm>
        <a:off x="2845456" y="1671452"/>
        <a:ext cx="1209375" cy="483750"/>
      </dsp:txXfrm>
    </dsp:sp>
    <dsp:sp modelId="{F0AFC7C8-2E70-4514-A689-DE021AD4FD67}">
      <dsp:nvSpPr>
        <dsp:cNvPr id="0" name=""/>
        <dsp:cNvSpPr/>
      </dsp:nvSpPr>
      <dsp:spPr>
        <a:xfrm>
          <a:off x="4599050" y="941435"/>
          <a:ext cx="544218" cy="54421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85BF49-8CED-4889-9133-F1ED317DF2F0}">
      <dsp:nvSpPr>
        <dsp:cNvPr id="0" name=""/>
        <dsp:cNvSpPr/>
      </dsp:nvSpPr>
      <dsp:spPr>
        <a:xfrm>
          <a:off x="4266472" y="1671452"/>
          <a:ext cx="1209375" cy="4837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/>
            <a:t>Primary/secondary imbalance</a:t>
          </a:r>
          <a:endParaRPr lang="en-US" sz="1100" kern="1200" dirty="0"/>
        </a:p>
      </dsp:txBody>
      <dsp:txXfrm>
        <a:off x="4266472" y="1671452"/>
        <a:ext cx="1209375" cy="483750"/>
      </dsp:txXfrm>
    </dsp:sp>
    <dsp:sp modelId="{6187195D-C6B1-4F40-90C6-FDFED112C341}">
      <dsp:nvSpPr>
        <dsp:cNvPr id="0" name=""/>
        <dsp:cNvSpPr/>
      </dsp:nvSpPr>
      <dsp:spPr>
        <a:xfrm>
          <a:off x="6020065" y="941435"/>
          <a:ext cx="544218" cy="54421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592B42-F2A6-45F3-9ABB-BC8A78061FEC}">
      <dsp:nvSpPr>
        <dsp:cNvPr id="0" name=""/>
        <dsp:cNvSpPr/>
      </dsp:nvSpPr>
      <dsp:spPr>
        <a:xfrm>
          <a:off x="5687487" y="1671452"/>
          <a:ext cx="1209375" cy="4837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Crankshaft, conrods</a:t>
          </a:r>
          <a:endParaRPr lang="en-US" sz="1100" kern="1200"/>
        </a:p>
      </dsp:txBody>
      <dsp:txXfrm>
        <a:off x="5687487" y="1671452"/>
        <a:ext cx="1209375" cy="483750"/>
      </dsp:txXfrm>
    </dsp:sp>
    <dsp:sp modelId="{1F8E8983-D26B-43E9-A5D3-574BCD58F7B9}">
      <dsp:nvSpPr>
        <dsp:cNvPr id="0" name=""/>
        <dsp:cNvSpPr/>
      </dsp:nvSpPr>
      <dsp:spPr>
        <a:xfrm>
          <a:off x="7441081" y="941435"/>
          <a:ext cx="544218" cy="544218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a:blipFill>
        <a:ln w="15875" cap="rnd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5864AC-6E6E-4693-867A-02F1F6BC1ED1}">
      <dsp:nvSpPr>
        <dsp:cNvPr id="0" name=""/>
        <dsp:cNvSpPr/>
      </dsp:nvSpPr>
      <dsp:spPr>
        <a:xfrm>
          <a:off x="7108503" y="1671452"/>
          <a:ext cx="1209375" cy="4837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/>
            <a:t>There is obviously much more to know!</a:t>
          </a:r>
        </a:p>
      </dsp:txBody>
      <dsp:txXfrm>
        <a:off x="7108503" y="1671452"/>
        <a:ext cx="1209375" cy="483750"/>
      </dsp:txXfrm>
    </dsp:sp>
    <dsp:sp modelId="{E691D601-0901-42C5-BAB8-FB830889EA01}">
      <dsp:nvSpPr>
        <dsp:cNvPr id="0" name=""/>
        <dsp:cNvSpPr/>
      </dsp:nvSpPr>
      <dsp:spPr>
        <a:xfrm>
          <a:off x="8862097" y="941435"/>
          <a:ext cx="544218" cy="544218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143F8F-84F9-4EED-9A17-CB829C8454BC}">
      <dsp:nvSpPr>
        <dsp:cNvPr id="0" name=""/>
        <dsp:cNvSpPr/>
      </dsp:nvSpPr>
      <dsp:spPr>
        <a:xfrm>
          <a:off x="8529518" y="1671452"/>
          <a:ext cx="1209375" cy="4837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/>
            <a:t>I didn’t talk about all of that because I would run out of time :)</a:t>
          </a:r>
          <a:endParaRPr lang="en-US" sz="1100" kern="1200" dirty="0"/>
        </a:p>
      </dsp:txBody>
      <dsp:txXfrm>
        <a:off x="8529518" y="1671452"/>
        <a:ext cx="1209375" cy="4837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B6000F-4A14-4511-98C1-9F5370B02DE0}" type="datetimeFigureOut">
              <a:rPr lang="en-GB" smtClean="0"/>
              <a:t>12/02/2026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7CEB89-38C7-4BE8-A2A3-925CCD2700A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84524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E4E29-13A7-4D81-B542-3601C153A9C8}" type="datetimeFigureOut">
              <a:rPr lang="en-GB" smtClean="0"/>
              <a:t>12/02/2026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B8646-BED1-421A-BC66-1D70CE0E80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09727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E4E29-13A7-4D81-B542-3601C153A9C8}" type="datetimeFigureOut">
              <a:rPr lang="en-GB" smtClean="0"/>
              <a:t>12/02/2026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255B8646-BED1-421A-BC66-1D70CE0E80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0163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E4E29-13A7-4D81-B542-3601C153A9C8}" type="datetimeFigureOut">
              <a:rPr lang="en-GB" smtClean="0"/>
              <a:t>12/02/2026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B8646-BED1-421A-BC66-1D70CE0E80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73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E4E29-13A7-4D81-B542-3601C153A9C8}" type="datetimeFigureOut">
              <a:rPr lang="en-GB" smtClean="0"/>
              <a:t>12/02/2026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B8646-BED1-421A-BC66-1D70CE0E80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4407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E4E29-13A7-4D81-B542-3601C153A9C8}" type="datetimeFigureOut">
              <a:rPr lang="en-GB" smtClean="0"/>
              <a:t>12/02/2026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B8646-BED1-421A-BC66-1D70CE0E80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4918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E4E29-13A7-4D81-B542-3601C153A9C8}" type="datetimeFigureOut">
              <a:rPr lang="en-GB" smtClean="0"/>
              <a:t>12/02/2026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B8646-BED1-421A-BC66-1D70CE0E80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9378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E4E29-13A7-4D81-B542-3601C153A9C8}" type="datetimeFigureOut">
              <a:rPr lang="en-GB" smtClean="0"/>
              <a:t>12/02/2026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B8646-BED1-421A-BC66-1D70CE0E80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8884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E4E29-13A7-4D81-B542-3601C153A9C8}" type="datetimeFigureOut">
              <a:rPr lang="en-GB" smtClean="0"/>
              <a:t>12/02/2026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B8646-BED1-421A-BC66-1D70CE0E80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0131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E4E29-13A7-4D81-B542-3601C153A9C8}" type="datetimeFigureOut">
              <a:rPr lang="en-GB" smtClean="0"/>
              <a:t>12/02/2026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B8646-BED1-421A-BC66-1D70CE0E80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42792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E4E29-13A7-4D81-B542-3601C153A9C8}" type="datetimeFigureOut">
              <a:rPr lang="en-GB" smtClean="0"/>
              <a:t>12/02/2026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B8646-BED1-421A-BC66-1D70CE0E80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0322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E4E29-13A7-4D81-B542-3601C153A9C8}" type="datetimeFigureOut">
              <a:rPr lang="en-GB" smtClean="0"/>
              <a:t>12/02/2026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B8646-BED1-421A-BC66-1D70CE0E80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22300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E4E29-13A7-4D81-B542-3601C153A9C8}" type="datetimeFigureOut">
              <a:rPr lang="en-GB" smtClean="0"/>
              <a:t>12/02/2026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B8646-BED1-421A-BC66-1D70CE0E80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11003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E4E29-13A7-4D81-B542-3601C153A9C8}" type="datetimeFigureOut">
              <a:rPr lang="en-GB" smtClean="0"/>
              <a:t>12/02/2026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B8646-BED1-421A-BC66-1D70CE0E80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44331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E4E29-13A7-4D81-B542-3601C153A9C8}" type="datetimeFigureOut">
              <a:rPr lang="en-GB" smtClean="0"/>
              <a:t>12/02/2026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B8646-BED1-421A-BC66-1D70CE0E80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2271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E4E29-13A7-4D81-B542-3601C153A9C8}" type="datetimeFigureOut">
              <a:rPr lang="en-GB" smtClean="0"/>
              <a:t>12/02/2026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B8646-BED1-421A-BC66-1D70CE0E80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75196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E4E29-13A7-4D81-B542-3601C153A9C8}" type="datetimeFigureOut">
              <a:rPr lang="en-GB" smtClean="0"/>
              <a:t>12/02/2026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B8646-BED1-421A-BC66-1D70CE0E80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18170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E4E29-13A7-4D81-B542-3601C153A9C8}" type="datetimeFigureOut">
              <a:rPr lang="en-GB" smtClean="0"/>
              <a:t>12/02/2026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B8646-BED1-421A-BC66-1D70CE0E80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56572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00E4E29-13A7-4D81-B542-3601C153A9C8}" type="datetimeFigureOut">
              <a:rPr lang="en-GB" smtClean="0"/>
              <a:t>12/02/2026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55B8646-BED1-421A-BC66-1D70CE0E80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160505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gi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96" name="Rectangle 1095">
            <a:extLst>
              <a:ext uri="{FF2B5EF4-FFF2-40B4-BE49-F238E27FC236}">
                <a16:creationId xmlns:a16="http://schemas.microsoft.com/office/drawing/2014/main" id="{D93D1F3C-3622-49F0-BC83-F24C2F27FD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98" name="Group 1097">
            <a:extLst>
              <a:ext uri="{FF2B5EF4-FFF2-40B4-BE49-F238E27FC236}">
                <a16:creationId xmlns:a16="http://schemas.microsoft.com/office/drawing/2014/main" id="{29BF812E-36B9-4AA6-82D6-E431956705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69616" y="-4763"/>
            <a:ext cx="5014912" cy="6862763"/>
            <a:chOff x="2928938" y="-4763"/>
            <a:chExt cx="5014912" cy="6862763"/>
          </a:xfrm>
        </p:grpSpPr>
        <p:sp>
          <p:nvSpPr>
            <p:cNvPr id="1099" name="Freeform 6">
              <a:extLst>
                <a:ext uri="{FF2B5EF4-FFF2-40B4-BE49-F238E27FC236}">
                  <a16:creationId xmlns:a16="http://schemas.microsoft.com/office/drawing/2014/main" id="{8FB96032-0E28-4CA9-AC0D-BA9C7C27A0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100" name="Freeform 7">
              <a:extLst>
                <a:ext uri="{FF2B5EF4-FFF2-40B4-BE49-F238E27FC236}">
                  <a16:creationId xmlns:a16="http://schemas.microsoft.com/office/drawing/2014/main" id="{0A3237F3-56DB-473A-A9B1-7C336F629A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101" name="Freeform 12">
              <a:extLst>
                <a:ext uri="{FF2B5EF4-FFF2-40B4-BE49-F238E27FC236}">
                  <a16:creationId xmlns:a16="http://schemas.microsoft.com/office/drawing/2014/main" id="{ECDB149B-47ED-40AF-BCA7-D080CF017F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102" name="Freeform 13">
              <a:extLst>
                <a:ext uri="{FF2B5EF4-FFF2-40B4-BE49-F238E27FC236}">
                  <a16:creationId xmlns:a16="http://schemas.microsoft.com/office/drawing/2014/main" id="{76180F9F-B755-458D-BB43-0FF131BB08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103" name="Freeform 14">
              <a:extLst>
                <a:ext uri="{FF2B5EF4-FFF2-40B4-BE49-F238E27FC236}">
                  <a16:creationId xmlns:a16="http://schemas.microsoft.com/office/drawing/2014/main" id="{3C3F0720-32B4-461E-BCB3-2D436F891E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104" name="Freeform 15">
              <a:extLst>
                <a:ext uri="{FF2B5EF4-FFF2-40B4-BE49-F238E27FC236}">
                  <a16:creationId xmlns:a16="http://schemas.microsoft.com/office/drawing/2014/main" id="{F229E531-B0FA-4DCB-92C6-0D310A0EFB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106" name="Freeform 44">
            <a:extLst>
              <a:ext uri="{FF2B5EF4-FFF2-40B4-BE49-F238E27FC236}">
                <a16:creationId xmlns:a16="http://schemas.microsoft.com/office/drawing/2014/main" id="{97EB4670-23FD-4498-8EEC-BEB5E05AFA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" y="-15835"/>
            <a:ext cx="6629183" cy="6881482"/>
          </a:xfrm>
          <a:custGeom>
            <a:avLst/>
            <a:gdLst>
              <a:gd name="connsiteX0" fmla="*/ 0 w 6629183"/>
              <a:gd name="connsiteY0" fmla="*/ 0 h 6881482"/>
              <a:gd name="connsiteX1" fmla="*/ 4715716 w 6629183"/>
              <a:gd name="connsiteY1" fmla="*/ 7368 h 6881482"/>
              <a:gd name="connsiteX2" fmla="*/ 4072249 w 6629183"/>
              <a:gd name="connsiteY2" fmla="*/ 2572768 h 6881482"/>
              <a:gd name="connsiteX3" fmla="*/ 6629183 w 6629183"/>
              <a:gd name="connsiteY3" fmla="*/ 6873835 h 6881482"/>
              <a:gd name="connsiteX4" fmla="*/ 0 w 6629183"/>
              <a:gd name="connsiteY4" fmla="*/ 6881482 h 68814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29183" h="6881482">
                <a:moveTo>
                  <a:pt x="0" y="0"/>
                </a:moveTo>
                <a:lnTo>
                  <a:pt x="4715716" y="7368"/>
                </a:lnTo>
                <a:lnTo>
                  <a:pt x="4072249" y="2572768"/>
                </a:lnTo>
                <a:lnTo>
                  <a:pt x="6629183" y="6873835"/>
                </a:lnTo>
                <a:lnTo>
                  <a:pt x="0" y="6881482"/>
                </a:lnTo>
                <a:close/>
              </a:path>
            </a:pathLst>
          </a:custGeom>
          <a:solidFill>
            <a:schemeClr val="tx1">
              <a:lumMod val="95000"/>
              <a:lumOff val="5000"/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53AAC9-B15D-B9EB-FF6F-7E37C67B7D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799" y="2778125"/>
            <a:ext cx="3189173" cy="2164510"/>
          </a:xfrm>
          <a:effectLst/>
        </p:spPr>
        <p:txBody>
          <a:bodyPr anchor="b">
            <a:normAutofit/>
          </a:bodyPr>
          <a:lstStyle/>
          <a:p>
            <a:pPr algn="l"/>
            <a:r>
              <a:rPr lang="en-GB" sz="4400" b="1" dirty="0">
                <a:solidFill>
                  <a:schemeClr val="bg1"/>
                </a:solidFill>
              </a:rPr>
              <a:t>Fun car stuff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2BEE4C-D44D-8A1E-1E81-364AF7EF1D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799" y="4942635"/>
            <a:ext cx="3189175" cy="940639"/>
          </a:xfrm>
        </p:spPr>
        <p:txBody>
          <a:bodyPr anchor="t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GB">
                <a:solidFill>
                  <a:schemeClr val="bg1"/>
                </a:solidFill>
              </a:rPr>
              <a:t>Nikita Borodins</a:t>
            </a:r>
          </a:p>
          <a:p>
            <a:pPr algn="l">
              <a:lnSpc>
                <a:spcPct val="90000"/>
              </a:lnSpc>
            </a:pPr>
            <a:r>
              <a:rPr lang="en-GB">
                <a:solidFill>
                  <a:schemeClr val="bg1"/>
                </a:solidFill>
              </a:rPr>
              <a:t>P2915170</a:t>
            </a:r>
          </a:p>
          <a:p>
            <a:pPr algn="l">
              <a:lnSpc>
                <a:spcPct val="90000"/>
              </a:lnSpc>
            </a:pPr>
            <a:endParaRPr lang="en-GB">
              <a:solidFill>
                <a:schemeClr val="bg1"/>
              </a:solidFill>
            </a:endParaRPr>
          </a:p>
        </p:txBody>
      </p:sp>
      <p:pic>
        <p:nvPicPr>
          <p:cNvPr id="1030" name="Picture 6" descr="Funny Automotive Gag Gift Empty Tin Universal Headlight ...">
            <a:extLst>
              <a:ext uri="{FF2B5EF4-FFF2-40B4-BE49-F238E27FC236}">
                <a16:creationId xmlns:a16="http://schemas.microsoft.com/office/drawing/2014/main" id="{BFF17EDA-7324-3775-9461-3130A2E1FF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882" b="13364"/>
          <a:stretch>
            <a:fillRect/>
          </a:stretch>
        </p:blipFill>
        <p:spPr bwMode="auto">
          <a:xfrm>
            <a:off x="8532598" y="10"/>
            <a:ext cx="3659403" cy="4602992"/>
          </a:xfrm>
          <a:custGeom>
            <a:avLst/>
            <a:gdLst/>
            <a:ahLst/>
            <a:cxnLst/>
            <a:rect l="l" t="t" r="r" b="b"/>
            <a:pathLst>
              <a:path w="3659403" h="4603002">
                <a:moveTo>
                  <a:pt x="929360" y="0"/>
                </a:moveTo>
                <a:lnTo>
                  <a:pt x="3659403" y="0"/>
                </a:lnTo>
                <a:lnTo>
                  <a:pt x="3659403" y="4603002"/>
                </a:lnTo>
                <a:lnTo>
                  <a:pt x="0" y="3678455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Understanding the Check Engine Light: What You Need to Know">
            <a:extLst>
              <a:ext uri="{FF2B5EF4-FFF2-40B4-BE49-F238E27FC236}">
                <a16:creationId xmlns:a16="http://schemas.microsoft.com/office/drawing/2014/main" id="{33BBC40D-076E-2A66-AF11-B25CCC8519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138" r="15899" b="2"/>
          <a:stretch>
            <a:fillRect/>
          </a:stretch>
        </p:blipFill>
        <p:spPr bwMode="auto">
          <a:xfrm>
            <a:off x="5082886" y="1"/>
            <a:ext cx="4379070" cy="3678455"/>
          </a:xfrm>
          <a:custGeom>
            <a:avLst/>
            <a:gdLst/>
            <a:ahLst/>
            <a:cxnLst/>
            <a:rect l="l" t="t" r="r" b="b"/>
            <a:pathLst>
              <a:path w="4379070" h="3678455">
                <a:moveTo>
                  <a:pt x="709159" y="0"/>
                </a:moveTo>
                <a:lnTo>
                  <a:pt x="4379070" y="0"/>
                </a:lnTo>
                <a:lnTo>
                  <a:pt x="3449710" y="3678455"/>
                </a:lnTo>
                <a:lnTo>
                  <a:pt x="0" y="2806887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Audi R10 TDI - Wikipedia">
            <a:extLst>
              <a:ext uri="{FF2B5EF4-FFF2-40B4-BE49-F238E27FC236}">
                <a16:creationId xmlns:a16="http://schemas.microsoft.com/office/drawing/2014/main" id="{1780AAB8-E7FA-3C2B-6818-B0C6FBB890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043"/>
          <a:stretch>
            <a:fillRect/>
          </a:stretch>
        </p:blipFill>
        <p:spPr bwMode="auto">
          <a:xfrm>
            <a:off x="5080788" y="2806888"/>
            <a:ext cx="7111213" cy="4051112"/>
          </a:xfrm>
          <a:custGeom>
            <a:avLst/>
            <a:gdLst/>
            <a:ahLst/>
            <a:cxnLst/>
            <a:rect l="l" t="t" r="r" b="b"/>
            <a:pathLst>
              <a:path w="7111213" h="4051112">
                <a:moveTo>
                  <a:pt x="2098" y="0"/>
                </a:moveTo>
                <a:lnTo>
                  <a:pt x="7111213" y="1796115"/>
                </a:lnTo>
                <a:lnTo>
                  <a:pt x="7111213" y="4051112"/>
                </a:lnTo>
                <a:lnTo>
                  <a:pt x="4355968" y="4051112"/>
                </a:lnTo>
                <a:lnTo>
                  <a:pt x="0" y="8302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08" name="Straight Connector 1107">
            <a:extLst>
              <a:ext uri="{FF2B5EF4-FFF2-40B4-BE49-F238E27FC236}">
                <a16:creationId xmlns:a16="http://schemas.microsoft.com/office/drawing/2014/main" id="{58F68AE9-9911-4180-AAB7-A1E6EE5BC3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080788" y="2806887"/>
            <a:ext cx="7111213" cy="1796116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0" name="Straight Connector 1109">
            <a:extLst>
              <a:ext uri="{FF2B5EF4-FFF2-40B4-BE49-F238E27FC236}">
                <a16:creationId xmlns:a16="http://schemas.microsoft.com/office/drawing/2014/main" id="{4C254053-17E7-4793-974A-E78139E367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532599" y="0"/>
            <a:ext cx="929359" cy="3678456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AutoShape 10">
            <a:extLst>
              <a:ext uri="{FF2B5EF4-FFF2-40B4-BE49-F238E27FC236}">
                <a16:creationId xmlns:a16="http://schemas.microsoft.com/office/drawing/2014/main" id="{F6E0691F-5EC4-1711-EFDF-5A60808CB31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85490" y="3255962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4088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2FCD9B94-D70B-4446-85E5-ACD390428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Gears of a machine">
            <a:extLst>
              <a:ext uri="{FF2B5EF4-FFF2-40B4-BE49-F238E27FC236}">
                <a16:creationId xmlns:a16="http://schemas.microsoft.com/office/drawing/2014/main" id="{7D19F9A5-66DC-AA75-7893-D6DB1B59D66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25000"/>
          </a:blip>
          <a:srcRect b="7408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09BCE39-37CD-91A6-A235-5DFD7F918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639099"/>
            <a:ext cx="3647493" cy="4965833"/>
          </a:xfrm>
        </p:spPr>
        <p:txBody>
          <a:bodyPr>
            <a:normAutofit/>
          </a:bodyPr>
          <a:lstStyle/>
          <a:p>
            <a:pPr algn="r"/>
            <a:r>
              <a:rPr lang="en-GB" dirty="0"/>
              <a:t>Engine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378FF8B-3743-48E1-88E3-F4CADB3DEC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406171"/>
            <a:ext cx="0" cy="3431689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981991-18F8-CA2A-B3BC-5710A0D1E0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9938" y="639099"/>
            <a:ext cx="6591346" cy="4965833"/>
          </a:xfrm>
        </p:spPr>
        <p:txBody>
          <a:bodyPr>
            <a:normAutofit/>
          </a:bodyPr>
          <a:lstStyle/>
          <a:p>
            <a:r>
              <a:rPr lang="en-GB" b="1" dirty="0"/>
              <a:t>Source of propulsion for the car </a:t>
            </a:r>
          </a:p>
          <a:p>
            <a:r>
              <a:rPr lang="en-GB" b="1" dirty="0"/>
              <a:t>Energy is gained by detonating an air/fuel mixture</a:t>
            </a:r>
          </a:p>
          <a:p>
            <a:r>
              <a:rPr lang="en-GB" b="1" dirty="0"/>
              <a:t>Different types of engine, we are going to be looking at traditional internal combustion </a:t>
            </a:r>
            <a:r>
              <a:rPr lang="en-GB" b="1" dirty="0">
                <a:sym typeface="Wingdings" panose="05000000000000000000" pitchFamily="2" charset="2"/>
              </a:rPr>
              <a:t>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22053618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ylinder head">
            <a:extLst>
              <a:ext uri="{FF2B5EF4-FFF2-40B4-BE49-F238E27FC236}">
                <a16:creationId xmlns:a16="http://schemas.microsoft.com/office/drawing/2014/main" id="{477FC81A-1B59-6E6E-B14E-0A4F6C751DC2}"/>
              </a:ext>
            </a:extLst>
          </p:cNvPr>
          <p:cNvSpPr/>
          <p:nvPr/>
        </p:nvSpPr>
        <p:spPr>
          <a:xfrm rot="5400000">
            <a:off x="9174804" y="-1142790"/>
            <a:ext cx="1215958" cy="4027253"/>
          </a:xfrm>
          <a:prstGeom prst="rect">
            <a:avLst/>
          </a:prstGeom>
          <a:solidFill>
            <a:schemeClr val="bg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532" name="cylinder wall">
            <a:extLst>
              <a:ext uri="{FF2B5EF4-FFF2-40B4-BE49-F238E27FC236}">
                <a16:creationId xmlns:a16="http://schemas.microsoft.com/office/drawing/2014/main" id="{774EC992-F833-3021-A339-DC7E0DFD9F8F}"/>
              </a:ext>
            </a:extLst>
          </p:cNvPr>
          <p:cNvGrpSpPr/>
          <p:nvPr/>
        </p:nvGrpSpPr>
        <p:grpSpPr>
          <a:xfrm>
            <a:off x="7821368" y="1030145"/>
            <a:ext cx="4027254" cy="3720952"/>
            <a:chOff x="2573948" y="592737"/>
            <a:chExt cx="4027254" cy="3720952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02E90188-FEF6-881B-F370-E5D5C4384EF8}"/>
                </a:ext>
              </a:extLst>
            </p:cNvPr>
            <p:cNvGrpSpPr/>
            <p:nvPr/>
          </p:nvGrpSpPr>
          <p:grpSpPr>
            <a:xfrm>
              <a:off x="2573948" y="592737"/>
              <a:ext cx="4027254" cy="3720952"/>
              <a:chOff x="7809685" y="988975"/>
              <a:chExt cx="4027254" cy="3720952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7D615A0A-A1C5-8BE0-26D2-F023733F6C42}"/>
                  </a:ext>
                </a:extLst>
              </p:cNvPr>
              <p:cNvSpPr/>
              <p:nvPr/>
            </p:nvSpPr>
            <p:spPr>
              <a:xfrm>
                <a:off x="8838400" y="1519254"/>
                <a:ext cx="1747735" cy="3190673"/>
              </a:xfrm>
              <a:prstGeom prst="rect">
                <a:avLst/>
              </a:prstGeom>
              <a:solidFill>
                <a:schemeClr val="tx2">
                  <a:lumMod val="25000"/>
                </a:schemeClr>
              </a:solidFill>
              <a:ln>
                <a:noFill/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13" name="Isosceles Triangle 12">
                <a:extLst>
                  <a:ext uri="{FF2B5EF4-FFF2-40B4-BE49-F238E27FC236}">
                    <a16:creationId xmlns:a16="http://schemas.microsoft.com/office/drawing/2014/main" id="{3062CB0F-A238-948B-BBCA-39DA49E4B082}"/>
                  </a:ext>
                </a:extLst>
              </p:cNvPr>
              <p:cNvSpPr/>
              <p:nvPr/>
            </p:nvSpPr>
            <p:spPr>
              <a:xfrm>
                <a:off x="7809685" y="988975"/>
                <a:ext cx="4027254" cy="544749"/>
              </a:xfrm>
              <a:prstGeom prst="triangle">
                <a:avLst/>
              </a:prstGeom>
              <a:solidFill>
                <a:schemeClr val="tx2">
                  <a:lumMod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</p:grpSp>
        <p:grpSp>
          <p:nvGrpSpPr>
            <p:cNvPr id="531" name="Group 530">
              <a:extLst>
                <a:ext uri="{FF2B5EF4-FFF2-40B4-BE49-F238E27FC236}">
                  <a16:creationId xmlns:a16="http://schemas.microsoft.com/office/drawing/2014/main" id="{F5FB6B03-9CCC-D043-5B72-3BB9802A39BA}"/>
                </a:ext>
              </a:extLst>
            </p:cNvPr>
            <p:cNvGrpSpPr/>
            <p:nvPr/>
          </p:nvGrpSpPr>
          <p:grpSpPr>
            <a:xfrm>
              <a:off x="3602355" y="1186815"/>
              <a:ext cx="1905000" cy="2446958"/>
              <a:chOff x="3602355" y="1186815"/>
              <a:chExt cx="1905000" cy="2446958"/>
            </a:xfrm>
          </p:grpSpPr>
          <p:cxnSp>
            <p:nvCxnSpPr>
              <p:cNvPr id="426" name="Straight Connector 425">
                <a:extLst>
                  <a:ext uri="{FF2B5EF4-FFF2-40B4-BE49-F238E27FC236}">
                    <a16:creationId xmlns:a16="http://schemas.microsoft.com/office/drawing/2014/main" id="{463D7EA3-1EDD-4EA8-ABA8-F7BC01E28C7B}"/>
                  </a:ext>
                </a:extLst>
              </p:cNvPr>
              <p:cNvCxnSpPr/>
              <p:nvPr/>
            </p:nvCxnSpPr>
            <p:spPr>
              <a:xfrm>
                <a:off x="3602355" y="1186815"/>
                <a:ext cx="1739265" cy="209550"/>
              </a:xfrm>
              <a:prstGeom prst="line">
                <a:avLst/>
              </a:prstGeom>
              <a:ln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7" name="Straight Connector 426">
                <a:extLst>
                  <a:ext uri="{FF2B5EF4-FFF2-40B4-BE49-F238E27FC236}">
                    <a16:creationId xmlns:a16="http://schemas.microsoft.com/office/drawing/2014/main" id="{2EAD82DF-917D-8902-62AB-0E15BE2F383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02355" y="1291590"/>
                <a:ext cx="1752600" cy="15240"/>
              </a:xfrm>
              <a:prstGeom prst="line">
                <a:avLst/>
              </a:prstGeom>
              <a:ln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9" name="Straight Connector 428">
                <a:extLst>
                  <a:ext uri="{FF2B5EF4-FFF2-40B4-BE49-F238E27FC236}">
                    <a16:creationId xmlns:a16="http://schemas.microsoft.com/office/drawing/2014/main" id="{9ED66A26-C0BD-ADAE-A758-CC80BE84931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02355" y="1227763"/>
                <a:ext cx="1739265" cy="317192"/>
              </a:xfrm>
              <a:prstGeom prst="line">
                <a:avLst/>
              </a:prstGeom>
              <a:ln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" name="Straight Connector 429">
                <a:extLst>
                  <a:ext uri="{FF2B5EF4-FFF2-40B4-BE49-F238E27FC236}">
                    <a16:creationId xmlns:a16="http://schemas.microsoft.com/office/drawing/2014/main" id="{C33E75A1-AB95-FF43-254D-0E5766C253F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602355" y="1240155"/>
                <a:ext cx="1752600" cy="122446"/>
              </a:xfrm>
              <a:prstGeom prst="line">
                <a:avLst/>
              </a:prstGeom>
              <a:ln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9" name="Straight Connector 438">
                <a:extLst>
                  <a:ext uri="{FF2B5EF4-FFF2-40B4-BE49-F238E27FC236}">
                    <a16:creationId xmlns:a16="http://schemas.microsoft.com/office/drawing/2014/main" id="{3EE69545-7332-83F6-C2F2-029F64E4012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02355" y="1316554"/>
                <a:ext cx="1752600" cy="74895"/>
              </a:xfrm>
              <a:prstGeom prst="line">
                <a:avLst/>
              </a:prstGeom>
              <a:ln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0" name="Straight Connector 439">
                <a:extLst>
                  <a:ext uri="{FF2B5EF4-FFF2-40B4-BE49-F238E27FC236}">
                    <a16:creationId xmlns:a16="http://schemas.microsoft.com/office/drawing/2014/main" id="{3B4C920B-519C-4D31-A680-A1B49519F08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615690" y="1328946"/>
                <a:ext cx="1739265" cy="89109"/>
              </a:xfrm>
              <a:prstGeom prst="line">
                <a:avLst/>
              </a:prstGeom>
              <a:ln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7" name="Straight Connector 446">
                <a:extLst>
                  <a:ext uri="{FF2B5EF4-FFF2-40B4-BE49-F238E27FC236}">
                    <a16:creationId xmlns:a16="http://schemas.microsoft.com/office/drawing/2014/main" id="{80603E2A-787D-1DDB-EEF1-8CA93CDA7B69}"/>
                  </a:ext>
                </a:extLst>
              </p:cNvPr>
              <p:cNvCxnSpPr/>
              <p:nvPr/>
            </p:nvCxnSpPr>
            <p:spPr>
              <a:xfrm>
                <a:off x="3602355" y="1374993"/>
                <a:ext cx="1739265" cy="209550"/>
              </a:xfrm>
              <a:prstGeom prst="line">
                <a:avLst/>
              </a:prstGeom>
              <a:ln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8" name="Straight Connector 447">
                <a:extLst>
                  <a:ext uri="{FF2B5EF4-FFF2-40B4-BE49-F238E27FC236}">
                    <a16:creationId xmlns:a16="http://schemas.microsoft.com/office/drawing/2014/main" id="{45E79795-D396-C436-A649-F4F4CA98351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02355" y="1479768"/>
                <a:ext cx="1752600" cy="15240"/>
              </a:xfrm>
              <a:prstGeom prst="line">
                <a:avLst/>
              </a:prstGeom>
              <a:ln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9" name="Straight Connector 448">
                <a:extLst>
                  <a:ext uri="{FF2B5EF4-FFF2-40B4-BE49-F238E27FC236}">
                    <a16:creationId xmlns:a16="http://schemas.microsoft.com/office/drawing/2014/main" id="{5C78F422-C7F5-157B-3268-44BB3E774B0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02355" y="1415941"/>
                <a:ext cx="1739265" cy="317192"/>
              </a:xfrm>
              <a:prstGeom prst="line">
                <a:avLst/>
              </a:prstGeom>
              <a:ln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" name="Straight Connector 449">
                <a:extLst>
                  <a:ext uri="{FF2B5EF4-FFF2-40B4-BE49-F238E27FC236}">
                    <a16:creationId xmlns:a16="http://schemas.microsoft.com/office/drawing/2014/main" id="{6D26956A-F0B1-9A0D-EAB6-54D369CA526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602355" y="1428333"/>
                <a:ext cx="1752600" cy="122446"/>
              </a:xfrm>
              <a:prstGeom prst="line">
                <a:avLst/>
              </a:prstGeom>
              <a:ln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1" name="Straight Connector 450">
                <a:extLst>
                  <a:ext uri="{FF2B5EF4-FFF2-40B4-BE49-F238E27FC236}">
                    <a16:creationId xmlns:a16="http://schemas.microsoft.com/office/drawing/2014/main" id="{6856EC2B-CE82-0C13-8E73-A09B0A84E5D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02355" y="1504732"/>
                <a:ext cx="1752600" cy="74895"/>
              </a:xfrm>
              <a:prstGeom prst="line">
                <a:avLst/>
              </a:prstGeom>
              <a:ln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2" name="Straight Connector 451">
                <a:extLst>
                  <a:ext uri="{FF2B5EF4-FFF2-40B4-BE49-F238E27FC236}">
                    <a16:creationId xmlns:a16="http://schemas.microsoft.com/office/drawing/2014/main" id="{D0C99953-5C24-4EC4-F3A2-30E28BF07BF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615690" y="1517124"/>
                <a:ext cx="1739265" cy="89109"/>
              </a:xfrm>
              <a:prstGeom prst="line">
                <a:avLst/>
              </a:prstGeom>
              <a:ln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3" name="Straight Connector 452">
                <a:extLst>
                  <a:ext uri="{FF2B5EF4-FFF2-40B4-BE49-F238E27FC236}">
                    <a16:creationId xmlns:a16="http://schemas.microsoft.com/office/drawing/2014/main" id="{AE68B26E-AE9D-EF32-C651-0A52C1129085}"/>
                  </a:ext>
                </a:extLst>
              </p:cNvPr>
              <p:cNvCxnSpPr/>
              <p:nvPr/>
            </p:nvCxnSpPr>
            <p:spPr>
              <a:xfrm>
                <a:off x="3602355" y="1465082"/>
                <a:ext cx="1739265" cy="209550"/>
              </a:xfrm>
              <a:prstGeom prst="line">
                <a:avLst/>
              </a:prstGeom>
              <a:ln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4" name="Straight Connector 453">
                <a:extLst>
                  <a:ext uri="{FF2B5EF4-FFF2-40B4-BE49-F238E27FC236}">
                    <a16:creationId xmlns:a16="http://schemas.microsoft.com/office/drawing/2014/main" id="{519EC26E-E99A-D5C5-5F85-D7B561A92A7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02355" y="1569857"/>
                <a:ext cx="1752600" cy="15240"/>
              </a:xfrm>
              <a:prstGeom prst="line">
                <a:avLst/>
              </a:prstGeom>
              <a:ln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5" name="Straight Connector 454">
                <a:extLst>
                  <a:ext uri="{FF2B5EF4-FFF2-40B4-BE49-F238E27FC236}">
                    <a16:creationId xmlns:a16="http://schemas.microsoft.com/office/drawing/2014/main" id="{4BB34DC5-4D30-6C3A-068F-B933A889C0F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02355" y="1506030"/>
                <a:ext cx="1739265" cy="317192"/>
              </a:xfrm>
              <a:prstGeom prst="line">
                <a:avLst/>
              </a:prstGeom>
              <a:ln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6" name="Straight Connector 455">
                <a:extLst>
                  <a:ext uri="{FF2B5EF4-FFF2-40B4-BE49-F238E27FC236}">
                    <a16:creationId xmlns:a16="http://schemas.microsoft.com/office/drawing/2014/main" id="{E85A6F3C-F36D-85B1-608F-F392D12B689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602355" y="1518422"/>
                <a:ext cx="1752600" cy="122446"/>
              </a:xfrm>
              <a:prstGeom prst="line">
                <a:avLst/>
              </a:prstGeom>
              <a:ln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7" name="Straight Connector 456">
                <a:extLst>
                  <a:ext uri="{FF2B5EF4-FFF2-40B4-BE49-F238E27FC236}">
                    <a16:creationId xmlns:a16="http://schemas.microsoft.com/office/drawing/2014/main" id="{B201EAB7-F704-7099-1948-8F64D145538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02355" y="1594821"/>
                <a:ext cx="1752600" cy="74895"/>
              </a:xfrm>
              <a:prstGeom prst="line">
                <a:avLst/>
              </a:prstGeom>
              <a:ln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8" name="Straight Connector 457">
                <a:extLst>
                  <a:ext uri="{FF2B5EF4-FFF2-40B4-BE49-F238E27FC236}">
                    <a16:creationId xmlns:a16="http://schemas.microsoft.com/office/drawing/2014/main" id="{9D4CAE05-A454-706B-A883-932AE26FAB9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615690" y="1607213"/>
                <a:ext cx="1739265" cy="89109"/>
              </a:xfrm>
              <a:prstGeom prst="line">
                <a:avLst/>
              </a:prstGeom>
              <a:ln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9" name="Straight Connector 458">
                <a:extLst>
                  <a:ext uri="{FF2B5EF4-FFF2-40B4-BE49-F238E27FC236}">
                    <a16:creationId xmlns:a16="http://schemas.microsoft.com/office/drawing/2014/main" id="{1658A454-2B33-FBA5-1270-0CCBA022ADF2}"/>
                  </a:ext>
                </a:extLst>
              </p:cNvPr>
              <p:cNvCxnSpPr/>
              <p:nvPr/>
            </p:nvCxnSpPr>
            <p:spPr>
              <a:xfrm>
                <a:off x="3754755" y="1339215"/>
                <a:ext cx="1739265" cy="209550"/>
              </a:xfrm>
              <a:prstGeom prst="line">
                <a:avLst/>
              </a:prstGeom>
              <a:ln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0" name="Straight Connector 459">
                <a:extLst>
                  <a:ext uri="{FF2B5EF4-FFF2-40B4-BE49-F238E27FC236}">
                    <a16:creationId xmlns:a16="http://schemas.microsoft.com/office/drawing/2014/main" id="{D44F2C99-3777-C07B-0CAB-0DB74F4A58C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54755" y="1443990"/>
                <a:ext cx="1752600" cy="15240"/>
              </a:xfrm>
              <a:prstGeom prst="line">
                <a:avLst/>
              </a:prstGeom>
              <a:ln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1" name="Straight Connector 460">
                <a:extLst>
                  <a:ext uri="{FF2B5EF4-FFF2-40B4-BE49-F238E27FC236}">
                    <a16:creationId xmlns:a16="http://schemas.microsoft.com/office/drawing/2014/main" id="{B46E3733-062F-C992-A1EB-51F7F5AF042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54755" y="1380163"/>
                <a:ext cx="1739265" cy="317192"/>
              </a:xfrm>
              <a:prstGeom prst="line">
                <a:avLst/>
              </a:prstGeom>
              <a:ln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2" name="Straight Connector 461">
                <a:extLst>
                  <a:ext uri="{FF2B5EF4-FFF2-40B4-BE49-F238E27FC236}">
                    <a16:creationId xmlns:a16="http://schemas.microsoft.com/office/drawing/2014/main" id="{FA7B2CCD-7D0A-FB43-8E99-EA3FEE16A42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754755" y="1392555"/>
                <a:ext cx="1752600" cy="122446"/>
              </a:xfrm>
              <a:prstGeom prst="line">
                <a:avLst/>
              </a:prstGeom>
              <a:ln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3" name="Straight Connector 462">
                <a:extLst>
                  <a:ext uri="{FF2B5EF4-FFF2-40B4-BE49-F238E27FC236}">
                    <a16:creationId xmlns:a16="http://schemas.microsoft.com/office/drawing/2014/main" id="{00619109-9CA2-29D2-A06D-8EE6BC11E30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54755" y="1468954"/>
                <a:ext cx="1752600" cy="74895"/>
              </a:xfrm>
              <a:prstGeom prst="line">
                <a:avLst/>
              </a:prstGeom>
              <a:ln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4" name="Straight Connector 463">
                <a:extLst>
                  <a:ext uri="{FF2B5EF4-FFF2-40B4-BE49-F238E27FC236}">
                    <a16:creationId xmlns:a16="http://schemas.microsoft.com/office/drawing/2014/main" id="{0A0D5A50-1D97-2F04-07F1-43CB6C1AD14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768090" y="1481346"/>
                <a:ext cx="1739265" cy="89109"/>
              </a:xfrm>
              <a:prstGeom prst="line">
                <a:avLst/>
              </a:prstGeom>
              <a:ln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5" name="Straight Connector 464">
                <a:extLst>
                  <a:ext uri="{FF2B5EF4-FFF2-40B4-BE49-F238E27FC236}">
                    <a16:creationId xmlns:a16="http://schemas.microsoft.com/office/drawing/2014/main" id="{8BA7189C-E216-C2B2-6517-574B668ABF61}"/>
                  </a:ext>
                </a:extLst>
              </p:cNvPr>
              <p:cNvCxnSpPr/>
              <p:nvPr/>
            </p:nvCxnSpPr>
            <p:spPr>
              <a:xfrm>
                <a:off x="3602355" y="1637766"/>
                <a:ext cx="1739265" cy="209550"/>
              </a:xfrm>
              <a:prstGeom prst="line">
                <a:avLst/>
              </a:prstGeom>
              <a:ln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6" name="Straight Connector 465">
                <a:extLst>
                  <a:ext uri="{FF2B5EF4-FFF2-40B4-BE49-F238E27FC236}">
                    <a16:creationId xmlns:a16="http://schemas.microsoft.com/office/drawing/2014/main" id="{6BFAFAA5-753B-4E02-353E-130053B73F9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02355" y="1742541"/>
                <a:ext cx="1752600" cy="15240"/>
              </a:xfrm>
              <a:prstGeom prst="line">
                <a:avLst/>
              </a:prstGeom>
              <a:ln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7" name="Straight Connector 466">
                <a:extLst>
                  <a:ext uri="{FF2B5EF4-FFF2-40B4-BE49-F238E27FC236}">
                    <a16:creationId xmlns:a16="http://schemas.microsoft.com/office/drawing/2014/main" id="{144A2C00-C816-C6B8-F65C-1F0C5A7B952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02355" y="1678714"/>
                <a:ext cx="1739265" cy="317192"/>
              </a:xfrm>
              <a:prstGeom prst="line">
                <a:avLst/>
              </a:prstGeom>
              <a:ln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8" name="Straight Connector 467">
                <a:extLst>
                  <a:ext uri="{FF2B5EF4-FFF2-40B4-BE49-F238E27FC236}">
                    <a16:creationId xmlns:a16="http://schemas.microsoft.com/office/drawing/2014/main" id="{4B2F4F69-06ED-9601-6E94-946D52417A5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602355" y="1691106"/>
                <a:ext cx="1752600" cy="122446"/>
              </a:xfrm>
              <a:prstGeom prst="line">
                <a:avLst/>
              </a:prstGeom>
              <a:ln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9" name="Straight Connector 468">
                <a:extLst>
                  <a:ext uri="{FF2B5EF4-FFF2-40B4-BE49-F238E27FC236}">
                    <a16:creationId xmlns:a16="http://schemas.microsoft.com/office/drawing/2014/main" id="{A9CC78FA-012E-2EC2-CDCD-9D581C2FF44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02355" y="1767505"/>
                <a:ext cx="1752600" cy="74895"/>
              </a:xfrm>
              <a:prstGeom prst="line">
                <a:avLst/>
              </a:prstGeom>
              <a:ln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0" name="Straight Connector 469">
                <a:extLst>
                  <a:ext uri="{FF2B5EF4-FFF2-40B4-BE49-F238E27FC236}">
                    <a16:creationId xmlns:a16="http://schemas.microsoft.com/office/drawing/2014/main" id="{33768FF2-304F-CA12-06AC-D0476300F1B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615690" y="1779897"/>
                <a:ext cx="1739265" cy="89109"/>
              </a:xfrm>
              <a:prstGeom prst="line">
                <a:avLst/>
              </a:prstGeom>
              <a:ln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" name="Straight Connector 470">
                <a:extLst>
                  <a:ext uri="{FF2B5EF4-FFF2-40B4-BE49-F238E27FC236}">
                    <a16:creationId xmlns:a16="http://schemas.microsoft.com/office/drawing/2014/main" id="{E3EF0919-7723-7E06-66B0-C31971E858E3}"/>
                  </a:ext>
                </a:extLst>
              </p:cNvPr>
              <p:cNvCxnSpPr/>
              <p:nvPr/>
            </p:nvCxnSpPr>
            <p:spPr>
              <a:xfrm>
                <a:off x="3615690" y="1828719"/>
                <a:ext cx="1739265" cy="209550"/>
              </a:xfrm>
              <a:prstGeom prst="line">
                <a:avLst/>
              </a:prstGeom>
              <a:ln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2" name="Straight Connector 471">
                <a:extLst>
                  <a:ext uri="{FF2B5EF4-FFF2-40B4-BE49-F238E27FC236}">
                    <a16:creationId xmlns:a16="http://schemas.microsoft.com/office/drawing/2014/main" id="{52BAD99F-C35B-6AB3-A212-F7B4C5DADAC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15690" y="1933494"/>
                <a:ext cx="1752600" cy="15240"/>
              </a:xfrm>
              <a:prstGeom prst="line">
                <a:avLst/>
              </a:prstGeom>
              <a:ln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3" name="Straight Connector 472">
                <a:extLst>
                  <a:ext uri="{FF2B5EF4-FFF2-40B4-BE49-F238E27FC236}">
                    <a16:creationId xmlns:a16="http://schemas.microsoft.com/office/drawing/2014/main" id="{895C359C-26E0-1719-8F9F-009E43E2DCC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15690" y="1869667"/>
                <a:ext cx="1739265" cy="317192"/>
              </a:xfrm>
              <a:prstGeom prst="line">
                <a:avLst/>
              </a:prstGeom>
              <a:ln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4" name="Straight Connector 473">
                <a:extLst>
                  <a:ext uri="{FF2B5EF4-FFF2-40B4-BE49-F238E27FC236}">
                    <a16:creationId xmlns:a16="http://schemas.microsoft.com/office/drawing/2014/main" id="{B0A51320-B4AE-BD17-8F6B-5332BA51E06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615690" y="1882059"/>
                <a:ext cx="1752600" cy="122446"/>
              </a:xfrm>
              <a:prstGeom prst="line">
                <a:avLst/>
              </a:prstGeom>
              <a:ln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5" name="Straight Connector 474">
                <a:extLst>
                  <a:ext uri="{FF2B5EF4-FFF2-40B4-BE49-F238E27FC236}">
                    <a16:creationId xmlns:a16="http://schemas.microsoft.com/office/drawing/2014/main" id="{765C2540-ECF8-4D3E-3FDE-C299E6A0D97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15690" y="1958458"/>
                <a:ext cx="1752600" cy="74895"/>
              </a:xfrm>
              <a:prstGeom prst="line">
                <a:avLst/>
              </a:prstGeom>
              <a:ln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6" name="Straight Connector 475">
                <a:extLst>
                  <a:ext uri="{FF2B5EF4-FFF2-40B4-BE49-F238E27FC236}">
                    <a16:creationId xmlns:a16="http://schemas.microsoft.com/office/drawing/2014/main" id="{603D0A70-11DA-4310-E158-698FE14C3DD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629025" y="1970850"/>
                <a:ext cx="1739265" cy="89109"/>
              </a:xfrm>
              <a:prstGeom prst="line">
                <a:avLst/>
              </a:prstGeom>
              <a:ln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7" name="Straight Connector 476">
                <a:extLst>
                  <a:ext uri="{FF2B5EF4-FFF2-40B4-BE49-F238E27FC236}">
                    <a16:creationId xmlns:a16="http://schemas.microsoft.com/office/drawing/2014/main" id="{B204CF4F-D020-84E0-9A1A-CB2502B8FFE8}"/>
                  </a:ext>
                </a:extLst>
              </p:cNvPr>
              <p:cNvCxnSpPr/>
              <p:nvPr/>
            </p:nvCxnSpPr>
            <p:spPr>
              <a:xfrm>
                <a:off x="3602355" y="2010648"/>
                <a:ext cx="1739265" cy="209550"/>
              </a:xfrm>
              <a:prstGeom prst="line">
                <a:avLst/>
              </a:prstGeom>
              <a:ln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8" name="Straight Connector 477">
                <a:extLst>
                  <a:ext uri="{FF2B5EF4-FFF2-40B4-BE49-F238E27FC236}">
                    <a16:creationId xmlns:a16="http://schemas.microsoft.com/office/drawing/2014/main" id="{E226A7E4-B402-2E1A-2704-BE5F7E4125E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02355" y="2115423"/>
                <a:ext cx="1752600" cy="15240"/>
              </a:xfrm>
              <a:prstGeom prst="line">
                <a:avLst/>
              </a:prstGeom>
              <a:ln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9" name="Straight Connector 478">
                <a:extLst>
                  <a:ext uri="{FF2B5EF4-FFF2-40B4-BE49-F238E27FC236}">
                    <a16:creationId xmlns:a16="http://schemas.microsoft.com/office/drawing/2014/main" id="{D744CA2D-704E-859B-30E6-EE83BAFF354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02355" y="2051596"/>
                <a:ext cx="1739265" cy="317192"/>
              </a:xfrm>
              <a:prstGeom prst="line">
                <a:avLst/>
              </a:prstGeom>
              <a:ln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0" name="Straight Connector 479">
                <a:extLst>
                  <a:ext uri="{FF2B5EF4-FFF2-40B4-BE49-F238E27FC236}">
                    <a16:creationId xmlns:a16="http://schemas.microsoft.com/office/drawing/2014/main" id="{D05C06E8-E45C-6DD3-99BB-C6D10F65945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602355" y="2063988"/>
                <a:ext cx="1752600" cy="122446"/>
              </a:xfrm>
              <a:prstGeom prst="line">
                <a:avLst/>
              </a:prstGeom>
              <a:ln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" name="Straight Connector 480">
                <a:extLst>
                  <a:ext uri="{FF2B5EF4-FFF2-40B4-BE49-F238E27FC236}">
                    <a16:creationId xmlns:a16="http://schemas.microsoft.com/office/drawing/2014/main" id="{4AE7D97B-48C3-E0A8-056D-32F23AF5F98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02355" y="2140387"/>
                <a:ext cx="1752600" cy="74895"/>
              </a:xfrm>
              <a:prstGeom prst="line">
                <a:avLst/>
              </a:prstGeom>
              <a:ln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2" name="Straight Connector 481">
                <a:extLst>
                  <a:ext uri="{FF2B5EF4-FFF2-40B4-BE49-F238E27FC236}">
                    <a16:creationId xmlns:a16="http://schemas.microsoft.com/office/drawing/2014/main" id="{3A997CEF-EFD4-95FE-915E-3A62F869135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615690" y="2152779"/>
                <a:ext cx="1739265" cy="89109"/>
              </a:xfrm>
              <a:prstGeom prst="line">
                <a:avLst/>
              </a:prstGeom>
              <a:ln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3" name="Straight Connector 482">
                <a:extLst>
                  <a:ext uri="{FF2B5EF4-FFF2-40B4-BE49-F238E27FC236}">
                    <a16:creationId xmlns:a16="http://schemas.microsoft.com/office/drawing/2014/main" id="{125DD23C-BCCD-00BB-36B2-392A769E8908}"/>
                  </a:ext>
                </a:extLst>
              </p:cNvPr>
              <p:cNvCxnSpPr/>
              <p:nvPr/>
            </p:nvCxnSpPr>
            <p:spPr>
              <a:xfrm>
                <a:off x="3602355" y="2253168"/>
                <a:ext cx="1739265" cy="209550"/>
              </a:xfrm>
              <a:prstGeom prst="line">
                <a:avLst/>
              </a:prstGeom>
              <a:ln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4" name="Straight Connector 483">
                <a:extLst>
                  <a:ext uri="{FF2B5EF4-FFF2-40B4-BE49-F238E27FC236}">
                    <a16:creationId xmlns:a16="http://schemas.microsoft.com/office/drawing/2014/main" id="{9BBBE9F4-CEC9-B125-4668-183FC8A5560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02355" y="2357943"/>
                <a:ext cx="1752600" cy="15240"/>
              </a:xfrm>
              <a:prstGeom prst="line">
                <a:avLst/>
              </a:prstGeom>
              <a:ln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5" name="Straight Connector 484">
                <a:extLst>
                  <a:ext uri="{FF2B5EF4-FFF2-40B4-BE49-F238E27FC236}">
                    <a16:creationId xmlns:a16="http://schemas.microsoft.com/office/drawing/2014/main" id="{6DDC50A7-17ED-DDD4-2EDF-E91D461B5FB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02355" y="2294116"/>
                <a:ext cx="1739265" cy="317192"/>
              </a:xfrm>
              <a:prstGeom prst="line">
                <a:avLst/>
              </a:prstGeom>
              <a:ln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6" name="Straight Connector 485">
                <a:extLst>
                  <a:ext uri="{FF2B5EF4-FFF2-40B4-BE49-F238E27FC236}">
                    <a16:creationId xmlns:a16="http://schemas.microsoft.com/office/drawing/2014/main" id="{A75A4E8E-67B4-3437-DEF1-8189D503712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602355" y="2306508"/>
                <a:ext cx="1752600" cy="122446"/>
              </a:xfrm>
              <a:prstGeom prst="line">
                <a:avLst/>
              </a:prstGeom>
              <a:ln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7" name="Straight Connector 486">
                <a:extLst>
                  <a:ext uri="{FF2B5EF4-FFF2-40B4-BE49-F238E27FC236}">
                    <a16:creationId xmlns:a16="http://schemas.microsoft.com/office/drawing/2014/main" id="{110F916A-254C-00E8-ABBF-56A5D9E26C6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02355" y="2382907"/>
                <a:ext cx="1752600" cy="74895"/>
              </a:xfrm>
              <a:prstGeom prst="line">
                <a:avLst/>
              </a:prstGeom>
              <a:ln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8" name="Straight Connector 487">
                <a:extLst>
                  <a:ext uri="{FF2B5EF4-FFF2-40B4-BE49-F238E27FC236}">
                    <a16:creationId xmlns:a16="http://schemas.microsoft.com/office/drawing/2014/main" id="{9A366617-9913-D1AF-49EC-C113EEE8D3B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615690" y="2395299"/>
                <a:ext cx="1739265" cy="89109"/>
              </a:xfrm>
              <a:prstGeom prst="line">
                <a:avLst/>
              </a:prstGeom>
              <a:ln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9" name="Straight Connector 488">
                <a:extLst>
                  <a:ext uri="{FF2B5EF4-FFF2-40B4-BE49-F238E27FC236}">
                    <a16:creationId xmlns:a16="http://schemas.microsoft.com/office/drawing/2014/main" id="{1E04D01E-6920-D51E-433C-924920F5B53F}"/>
                  </a:ext>
                </a:extLst>
              </p:cNvPr>
              <p:cNvCxnSpPr/>
              <p:nvPr/>
            </p:nvCxnSpPr>
            <p:spPr>
              <a:xfrm>
                <a:off x="3602355" y="2448817"/>
                <a:ext cx="1739265" cy="209550"/>
              </a:xfrm>
              <a:prstGeom prst="line">
                <a:avLst/>
              </a:prstGeom>
              <a:ln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0" name="Straight Connector 489">
                <a:extLst>
                  <a:ext uri="{FF2B5EF4-FFF2-40B4-BE49-F238E27FC236}">
                    <a16:creationId xmlns:a16="http://schemas.microsoft.com/office/drawing/2014/main" id="{F38709D4-3DB6-A257-D810-2740050802E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02355" y="2553592"/>
                <a:ext cx="1752600" cy="15240"/>
              </a:xfrm>
              <a:prstGeom prst="line">
                <a:avLst/>
              </a:prstGeom>
              <a:ln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" name="Straight Connector 490">
                <a:extLst>
                  <a:ext uri="{FF2B5EF4-FFF2-40B4-BE49-F238E27FC236}">
                    <a16:creationId xmlns:a16="http://schemas.microsoft.com/office/drawing/2014/main" id="{50F8E8BE-45D3-E6D8-4DD4-88E83B89340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02355" y="2489765"/>
                <a:ext cx="1739265" cy="317192"/>
              </a:xfrm>
              <a:prstGeom prst="line">
                <a:avLst/>
              </a:prstGeom>
              <a:ln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" name="Straight Connector 491">
                <a:extLst>
                  <a:ext uri="{FF2B5EF4-FFF2-40B4-BE49-F238E27FC236}">
                    <a16:creationId xmlns:a16="http://schemas.microsoft.com/office/drawing/2014/main" id="{0821611F-ACB8-74E2-6A18-EB8822A3436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602355" y="2502157"/>
                <a:ext cx="1752600" cy="122446"/>
              </a:xfrm>
              <a:prstGeom prst="line">
                <a:avLst/>
              </a:prstGeom>
              <a:ln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3" name="Straight Connector 492">
                <a:extLst>
                  <a:ext uri="{FF2B5EF4-FFF2-40B4-BE49-F238E27FC236}">
                    <a16:creationId xmlns:a16="http://schemas.microsoft.com/office/drawing/2014/main" id="{F429A005-739B-34F5-9C2A-E8F573E9C1E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02355" y="2578556"/>
                <a:ext cx="1752600" cy="74895"/>
              </a:xfrm>
              <a:prstGeom prst="line">
                <a:avLst/>
              </a:prstGeom>
              <a:ln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4" name="Straight Connector 493">
                <a:extLst>
                  <a:ext uri="{FF2B5EF4-FFF2-40B4-BE49-F238E27FC236}">
                    <a16:creationId xmlns:a16="http://schemas.microsoft.com/office/drawing/2014/main" id="{2EE88996-5118-E67B-39B7-D17E321C3EF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615690" y="2590948"/>
                <a:ext cx="1739265" cy="89109"/>
              </a:xfrm>
              <a:prstGeom prst="line">
                <a:avLst/>
              </a:prstGeom>
              <a:ln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5" name="Straight Connector 494">
                <a:extLst>
                  <a:ext uri="{FF2B5EF4-FFF2-40B4-BE49-F238E27FC236}">
                    <a16:creationId xmlns:a16="http://schemas.microsoft.com/office/drawing/2014/main" id="{1EFE4B30-6609-C106-D4FF-07926899BD38}"/>
                  </a:ext>
                </a:extLst>
              </p:cNvPr>
              <p:cNvCxnSpPr/>
              <p:nvPr/>
            </p:nvCxnSpPr>
            <p:spPr>
              <a:xfrm>
                <a:off x="3602355" y="2620271"/>
                <a:ext cx="1739265" cy="209550"/>
              </a:xfrm>
              <a:prstGeom prst="line">
                <a:avLst/>
              </a:prstGeom>
              <a:ln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6" name="Straight Connector 495">
                <a:extLst>
                  <a:ext uri="{FF2B5EF4-FFF2-40B4-BE49-F238E27FC236}">
                    <a16:creationId xmlns:a16="http://schemas.microsoft.com/office/drawing/2014/main" id="{71D5A717-FF72-933E-834C-B544320A7DD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02355" y="2725046"/>
                <a:ext cx="1752600" cy="15240"/>
              </a:xfrm>
              <a:prstGeom prst="line">
                <a:avLst/>
              </a:prstGeom>
              <a:ln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7" name="Straight Connector 496">
                <a:extLst>
                  <a:ext uri="{FF2B5EF4-FFF2-40B4-BE49-F238E27FC236}">
                    <a16:creationId xmlns:a16="http://schemas.microsoft.com/office/drawing/2014/main" id="{CFC0A161-C713-E5BA-8CCE-9547D5D1013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02355" y="2661219"/>
                <a:ext cx="1739265" cy="317192"/>
              </a:xfrm>
              <a:prstGeom prst="line">
                <a:avLst/>
              </a:prstGeom>
              <a:ln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8" name="Straight Connector 497">
                <a:extLst>
                  <a:ext uri="{FF2B5EF4-FFF2-40B4-BE49-F238E27FC236}">
                    <a16:creationId xmlns:a16="http://schemas.microsoft.com/office/drawing/2014/main" id="{28CBC056-5D60-4372-166D-89E2ECA6C15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602355" y="2673611"/>
                <a:ext cx="1752600" cy="122446"/>
              </a:xfrm>
              <a:prstGeom prst="line">
                <a:avLst/>
              </a:prstGeom>
              <a:ln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9" name="Straight Connector 498">
                <a:extLst>
                  <a:ext uri="{FF2B5EF4-FFF2-40B4-BE49-F238E27FC236}">
                    <a16:creationId xmlns:a16="http://schemas.microsoft.com/office/drawing/2014/main" id="{6F22554D-4C81-E6E4-256E-6B9963699DA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02355" y="2750010"/>
                <a:ext cx="1752600" cy="74895"/>
              </a:xfrm>
              <a:prstGeom prst="line">
                <a:avLst/>
              </a:prstGeom>
              <a:ln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0" name="Straight Connector 499">
                <a:extLst>
                  <a:ext uri="{FF2B5EF4-FFF2-40B4-BE49-F238E27FC236}">
                    <a16:creationId xmlns:a16="http://schemas.microsoft.com/office/drawing/2014/main" id="{257B4A49-5A10-C970-3548-30ADE8B64C8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615690" y="2762402"/>
                <a:ext cx="1739265" cy="89109"/>
              </a:xfrm>
              <a:prstGeom prst="line">
                <a:avLst/>
              </a:prstGeom>
              <a:ln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1" name="Straight Connector 500">
                <a:extLst>
                  <a:ext uri="{FF2B5EF4-FFF2-40B4-BE49-F238E27FC236}">
                    <a16:creationId xmlns:a16="http://schemas.microsoft.com/office/drawing/2014/main" id="{A68E3771-9E19-203D-E439-079714F55DF5}"/>
                  </a:ext>
                </a:extLst>
              </p:cNvPr>
              <p:cNvCxnSpPr/>
              <p:nvPr/>
            </p:nvCxnSpPr>
            <p:spPr>
              <a:xfrm>
                <a:off x="3615690" y="2744327"/>
                <a:ext cx="1739265" cy="209550"/>
              </a:xfrm>
              <a:prstGeom prst="line">
                <a:avLst/>
              </a:prstGeom>
              <a:ln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" name="Straight Connector 501">
                <a:extLst>
                  <a:ext uri="{FF2B5EF4-FFF2-40B4-BE49-F238E27FC236}">
                    <a16:creationId xmlns:a16="http://schemas.microsoft.com/office/drawing/2014/main" id="{0A4DEAA0-393B-B883-154D-AEEDA9BFA17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15690" y="2849102"/>
                <a:ext cx="1752600" cy="15240"/>
              </a:xfrm>
              <a:prstGeom prst="line">
                <a:avLst/>
              </a:prstGeom>
              <a:ln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3" name="Straight Connector 502">
                <a:extLst>
                  <a:ext uri="{FF2B5EF4-FFF2-40B4-BE49-F238E27FC236}">
                    <a16:creationId xmlns:a16="http://schemas.microsoft.com/office/drawing/2014/main" id="{494748DD-2887-66AC-8C74-A3C110FD2BE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15690" y="2785275"/>
                <a:ext cx="1739265" cy="317192"/>
              </a:xfrm>
              <a:prstGeom prst="line">
                <a:avLst/>
              </a:prstGeom>
              <a:ln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4" name="Straight Connector 503">
                <a:extLst>
                  <a:ext uri="{FF2B5EF4-FFF2-40B4-BE49-F238E27FC236}">
                    <a16:creationId xmlns:a16="http://schemas.microsoft.com/office/drawing/2014/main" id="{E215450C-176B-0626-FD43-9086BD5252B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615690" y="2797667"/>
                <a:ext cx="1752600" cy="122446"/>
              </a:xfrm>
              <a:prstGeom prst="line">
                <a:avLst/>
              </a:prstGeom>
              <a:ln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5" name="Straight Connector 504">
                <a:extLst>
                  <a:ext uri="{FF2B5EF4-FFF2-40B4-BE49-F238E27FC236}">
                    <a16:creationId xmlns:a16="http://schemas.microsoft.com/office/drawing/2014/main" id="{D2503D51-DD30-8494-3770-AC9051B2EC3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15690" y="2874066"/>
                <a:ext cx="1752600" cy="74895"/>
              </a:xfrm>
              <a:prstGeom prst="line">
                <a:avLst/>
              </a:prstGeom>
              <a:ln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6" name="Straight Connector 505">
                <a:extLst>
                  <a:ext uri="{FF2B5EF4-FFF2-40B4-BE49-F238E27FC236}">
                    <a16:creationId xmlns:a16="http://schemas.microsoft.com/office/drawing/2014/main" id="{10A1D2E2-411B-A4EA-D3F1-11EEE06D1E1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629025" y="2886458"/>
                <a:ext cx="1739265" cy="89109"/>
              </a:xfrm>
              <a:prstGeom prst="line">
                <a:avLst/>
              </a:prstGeom>
              <a:ln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7" name="Straight Connector 506">
                <a:extLst>
                  <a:ext uri="{FF2B5EF4-FFF2-40B4-BE49-F238E27FC236}">
                    <a16:creationId xmlns:a16="http://schemas.microsoft.com/office/drawing/2014/main" id="{EE697975-0867-728A-8124-71FA52C6C972}"/>
                  </a:ext>
                </a:extLst>
              </p:cNvPr>
              <p:cNvCxnSpPr/>
              <p:nvPr/>
            </p:nvCxnSpPr>
            <p:spPr>
              <a:xfrm>
                <a:off x="3602355" y="2891109"/>
                <a:ext cx="1739265" cy="209550"/>
              </a:xfrm>
              <a:prstGeom prst="line">
                <a:avLst/>
              </a:prstGeom>
              <a:ln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8" name="Straight Connector 507">
                <a:extLst>
                  <a:ext uri="{FF2B5EF4-FFF2-40B4-BE49-F238E27FC236}">
                    <a16:creationId xmlns:a16="http://schemas.microsoft.com/office/drawing/2014/main" id="{2A2B1F7E-C38A-131F-E49B-EDDA93BCE3A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02355" y="2995884"/>
                <a:ext cx="1752600" cy="15240"/>
              </a:xfrm>
              <a:prstGeom prst="line">
                <a:avLst/>
              </a:prstGeom>
              <a:ln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9" name="Straight Connector 508">
                <a:extLst>
                  <a:ext uri="{FF2B5EF4-FFF2-40B4-BE49-F238E27FC236}">
                    <a16:creationId xmlns:a16="http://schemas.microsoft.com/office/drawing/2014/main" id="{BAFDD156-3460-74A5-D211-6C5547A2C65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02355" y="2932057"/>
                <a:ext cx="1739265" cy="317192"/>
              </a:xfrm>
              <a:prstGeom prst="line">
                <a:avLst/>
              </a:prstGeom>
              <a:ln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0" name="Straight Connector 509">
                <a:extLst>
                  <a:ext uri="{FF2B5EF4-FFF2-40B4-BE49-F238E27FC236}">
                    <a16:creationId xmlns:a16="http://schemas.microsoft.com/office/drawing/2014/main" id="{DF5F016D-F171-C25E-C7C4-BC8AA4D8814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602355" y="2944449"/>
                <a:ext cx="1752600" cy="122446"/>
              </a:xfrm>
              <a:prstGeom prst="line">
                <a:avLst/>
              </a:prstGeom>
              <a:ln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1" name="Straight Connector 510">
                <a:extLst>
                  <a:ext uri="{FF2B5EF4-FFF2-40B4-BE49-F238E27FC236}">
                    <a16:creationId xmlns:a16="http://schemas.microsoft.com/office/drawing/2014/main" id="{A8695A5C-B662-DCFB-D4A2-F26DED0345E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02355" y="3020848"/>
                <a:ext cx="1752600" cy="74895"/>
              </a:xfrm>
              <a:prstGeom prst="line">
                <a:avLst/>
              </a:prstGeom>
              <a:ln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2" name="Straight Connector 511">
                <a:extLst>
                  <a:ext uri="{FF2B5EF4-FFF2-40B4-BE49-F238E27FC236}">
                    <a16:creationId xmlns:a16="http://schemas.microsoft.com/office/drawing/2014/main" id="{391EF8EB-0B4C-5B03-50D3-55628B80A19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615690" y="3033240"/>
                <a:ext cx="1739265" cy="89109"/>
              </a:xfrm>
              <a:prstGeom prst="line">
                <a:avLst/>
              </a:prstGeom>
              <a:ln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9" name="Straight Connector 518">
                <a:extLst>
                  <a:ext uri="{FF2B5EF4-FFF2-40B4-BE49-F238E27FC236}">
                    <a16:creationId xmlns:a16="http://schemas.microsoft.com/office/drawing/2014/main" id="{1893E38F-8C78-3BF0-45BA-2EC49131ACCC}"/>
                  </a:ext>
                </a:extLst>
              </p:cNvPr>
              <p:cNvCxnSpPr/>
              <p:nvPr/>
            </p:nvCxnSpPr>
            <p:spPr>
              <a:xfrm>
                <a:off x="3603307" y="3110891"/>
                <a:ext cx="1739265" cy="209550"/>
              </a:xfrm>
              <a:prstGeom prst="line">
                <a:avLst/>
              </a:prstGeom>
              <a:ln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0" name="Straight Connector 519">
                <a:extLst>
                  <a:ext uri="{FF2B5EF4-FFF2-40B4-BE49-F238E27FC236}">
                    <a16:creationId xmlns:a16="http://schemas.microsoft.com/office/drawing/2014/main" id="{5F71CD8A-0AEB-2CB7-3806-F11086AADAC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03307" y="3215666"/>
                <a:ext cx="1752600" cy="15240"/>
              </a:xfrm>
              <a:prstGeom prst="line">
                <a:avLst/>
              </a:prstGeom>
              <a:ln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1" name="Straight Connector 520">
                <a:extLst>
                  <a:ext uri="{FF2B5EF4-FFF2-40B4-BE49-F238E27FC236}">
                    <a16:creationId xmlns:a16="http://schemas.microsoft.com/office/drawing/2014/main" id="{526892A6-7103-2E6A-EEA1-3F90768880B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03307" y="3151839"/>
                <a:ext cx="1739265" cy="317192"/>
              </a:xfrm>
              <a:prstGeom prst="line">
                <a:avLst/>
              </a:prstGeom>
              <a:ln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2" name="Straight Connector 521">
                <a:extLst>
                  <a:ext uri="{FF2B5EF4-FFF2-40B4-BE49-F238E27FC236}">
                    <a16:creationId xmlns:a16="http://schemas.microsoft.com/office/drawing/2014/main" id="{01CFD447-4439-37C7-08BD-F5E66F727DA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603307" y="3164231"/>
                <a:ext cx="1752600" cy="122446"/>
              </a:xfrm>
              <a:prstGeom prst="line">
                <a:avLst/>
              </a:prstGeom>
              <a:ln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3" name="Straight Connector 522">
                <a:extLst>
                  <a:ext uri="{FF2B5EF4-FFF2-40B4-BE49-F238E27FC236}">
                    <a16:creationId xmlns:a16="http://schemas.microsoft.com/office/drawing/2014/main" id="{CE493367-5233-8BA5-4A4D-080231BA9B9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03307" y="3240630"/>
                <a:ext cx="1752600" cy="74895"/>
              </a:xfrm>
              <a:prstGeom prst="line">
                <a:avLst/>
              </a:prstGeom>
              <a:ln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4" name="Straight Connector 523">
                <a:extLst>
                  <a:ext uri="{FF2B5EF4-FFF2-40B4-BE49-F238E27FC236}">
                    <a16:creationId xmlns:a16="http://schemas.microsoft.com/office/drawing/2014/main" id="{C6E3EAB8-93C6-1D5C-445E-2BC5326E9F5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616642" y="3253022"/>
                <a:ext cx="1739265" cy="89109"/>
              </a:xfrm>
              <a:prstGeom prst="line">
                <a:avLst/>
              </a:prstGeom>
              <a:ln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5" name="Straight Connector 524">
                <a:extLst>
                  <a:ext uri="{FF2B5EF4-FFF2-40B4-BE49-F238E27FC236}">
                    <a16:creationId xmlns:a16="http://schemas.microsoft.com/office/drawing/2014/main" id="{61B3D8AC-EE3D-2B92-E13F-0A4B7E8AD73D}"/>
                  </a:ext>
                </a:extLst>
              </p:cNvPr>
              <p:cNvCxnSpPr/>
              <p:nvPr/>
            </p:nvCxnSpPr>
            <p:spPr>
              <a:xfrm>
                <a:off x="3615690" y="3275633"/>
                <a:ext cx="1739265" cy="209550"/>
              </a:xfrm>
              <a:prstGeom prst="line">
                <a:avLst/>
              </a:prstGeom>
              <a:ln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6" name="Straight Connector 525">
                <a:extLst>
                  <a:ext uri="{FF2B5EF4-FFF2-40B4-BE49-F238E27FC236}">
                    <a16:creationId xmlns:a16="http://schemas.microsoft.com/office/drawing/2014/main" id="{C8DB3368-D08D-A8E3-547A-6607C4CCE3B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15690" y="3380408"/>
                <a:ext cx="1752600" cy="15240"/>
              </a:xfrm>
              <a:prstGeom prst="line">
                <a:avLst/>
              </a:prstGeom>
              <a:ln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7" name="Straight Connector 526">
                <a:extLst>
                  <a:ext uri="{FF2B5EF4-FFF2-40B4-BE49-F238E27FC236}">
                    <a16:creationId xmlns:a16="http://schemas.microsoft.com/office/drawing/2014/main" id="{8657243E-B203-02EE-E841-9744DCCAB33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15690" y="3316581"/>
                <a:ext cx="1739265" cy="317192"/>
              </a:xfrm>
              <a:prstGeom prst="line">
                <a:avLst/>
              </a:prstGeom>
              <a:ln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8" name="Straight Connector 527">
                <a:extLst>
                  <a:ext uri="{FF2B5EF4-FFF2-40B4-BE49-F238E27FC236}">
                    <a16:creationId xmlns:a16="http://schemas.microsoft.com/office/drawing/2014/main" id="{F9994661-45F0-AC72-B490-EB2189D8994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615690" y="3328973"/>
                <a:ext cx="1752600" cy="122446"/>
              </a:xfrm>
              <a:prstGeom prst="line">
                <a:avLst/>
              </a:prstGeom>
              <a:ln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9" name="Straight Connector 528">
                <a:extLst>
                  <a:ext uri="{FF2B5EF4-FFF2-40B4-BE49-F238E27FC236}">
                    <a16:creationId xmlns:a16="http://schemas.microsoft.com/office/drawing/2014/main" id="{886DF200-1E69-022B-6D5B-09438DE1525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15690" y="3405372"/>
                <a:ext cx="1752600" cy="74895"/>
              </a:xfrm>
              <a:prstGeom prst="line">
                <a:avLst/>
              </a:prstGeom>
              <a:ln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0" name="Straight Connector 529">
                <a:extLst>
                  <a:ext uri="{FF2B5EF4-FFF2-40B4-BE49-F238E27FC236}">
                    <a16:creationId xmlns:a16="http://schemas.microsoft.com/office/drawing/2014/main" id="{6D226E5C-A62E-6319-6A9F-62AB871D1A3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629025" y="3417764"/>
                <a:ext cx="1739265" cy="89109"/>
              </a:xfrm>
              <a:prstGeom prst="line">
                <a:avLst/>
              </a:prstGeom>
              <a:ln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35" name="AFM effect">
            <a:extLst>
              <a:ext uri="{FF2B5EF4-FFF2-40B4-BE49-F238E27FC236}">
                <a16:creationId xmlns:a16="http://schemas.microsoft.com/office/drawing/2014/main" id="{C049A889-F37E-676E-3B17-0F6263D19A6B}"/>
              </a:ext>
            </a:extLst>
          </p:cNvPr>
          <p:cNvGrpSpPr/>
          <p:nvPr/>
        </p:nvGrpSpPr>
        <p:grpSpPr>
          <a:xfrm>
            <a:off x="8956559" y="1083363"/>
            <a:ext cx="1602001" cy="2133679"/>
            <a:chOff x="9311223" y="1104449"/>
            <a:chExt cx="1034108" cy="1566866"/>
          </a:xfrm>
        </p:grpSpPr>
        <p:sp>
          <p:nvSpPr>
            <p:cNvPr id="239" name="Oval 238">
              <a:extLst>
                <a:ext uri="{FF2B5EF4-FFF2-40B4-BE49-F238E27FC236}">
                  <a16:creationId xmlns:a16="http://schemas.microsoft.com/office/drawing/2014/main" id="{182FD9E9-4E39-6178-3690-63E3612E69A4}"/>
                </a:ext>
              </a:extLst>
            </p:cNvPr>
            <p:cNvSpPr/>
            <p:nvPr/>
          </p:nvSpPr>
          <p:spPr>
            <a:xfrm>
              <a:off x="9741090" y="1492872"/>
              <a:ext cx="98095" cy="98095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0" name="Oval 239">
              <a:extLst>
                <a:ext uri="{FF2B5EF4-FFF2-40B4-BE49-F238E27FC236}">
                  <a16:creationId xmlns:a16="http://schemas.microsoft.com/office/drawing/2014/main" id="{16685BDE-3056-1A50-8A94-CC9E5E8E6A7B}"/>
                </a:ext>
              </a:extLst>
            </p:cNvPr>
            <p:cNvSpPr/>
            <p:nvPr/>
          </p:nvSpPr>
          <p:spPr>
            <a:xfrm>
              <a:off x="9998768" y="1509491"/>
              <a:ext cx="98095" cy="98095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1" name="Oval 240">
              <a:extLst>
                <a:ext uri="{FF2B5EF4-FFF2-40B4-BE49-F238E27FC236}">
                  <a16:creationId xmlns:a16="http://schemas.microsoft.com/office/drawing/2014/main" id="{F22B2D08-0A60-FDC5-F054-24A9D93938F4}"/>
                </a:ext>
              </a:extLst>
            </p:cNvPr>
            <p:cNvSpPr/>
            <p:nvPr/>
          </p:nvSpPr>
          <p:spPr>
            <a:xfrm>
              <a:off x="9932209" y="1686128"/>
              <a:ext cx="98095" cy="98095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2" name="Oval 241">
              <a:extLst>
                <a:ext uri="{FF2B5EF4-FFF2-40B4-BE49-F238E27FC236}">
                  <a16:creationId xmlns:a16="http://schemas.microsoft.com/office/drawing/2014/main" id="{2FAEA820-13CF-95D1-BF41-E3D9284E4D0C}"/>
                </a:ext>
              </a:extLst>
            </p:cNvPr>
            <p:cNvSpPr/>
            <p:nvPr/>
          </p:nvSpPr>
          <p:spPr>
            <a:xfrm>
              <a:off x="9953588" y="1797672"/>
              <a:ext cx="98095" cy="98095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3" name="Oval 242">
              <a:extLst>
                <a:ext uri="{FF2B5EF4-FFF2-40B4-BE49-F238E27FC236}">
                  <a16:creationId xmlns:a16="http://schemas.microsoft.com/office/drawing/2014/main" id="{B83685F5-7BEB-D80C-7A6C-C2DE1329CFC2}"/>
                </a:ext>
              </a:extLst>
            </p:cNvPr>
            <p:cNvSpPr/>
            <p:nvPr/>
          </p:nvSpPr>
          <p:spPr>
            <a:xfrm>
              <a:off x="10227830" y="1666340"/>
              <a:ext cx="98095" cy="98095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4" name="Oval 243">
              <a:extLst>
                <a:ext uri="{FF2B5EF4-FFF2-40B4-BE49-F238E27FC236}">
                  <a16:creationId xmlns:a16="http://schemas.microsoft.com/office/drawing/2014/main" id="{E5ED9016-173D-A03A-3EFB-742123A0CC6E}"/>
                </a:ext>
              </a:extLst>
            </p:cNvPr>
            <p:cNvSpPr/>
            <p:nvPr/>
          </p:nvSpPr>
          <p:spPr>
            <a:xfrm>
              <a:off x="9787011" y="1686129"/>
              <a:ext cx="98095" cy="98095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5" name="Oval 244">
              <a:extLst>
                <a:ext uri="{FF2B5EF4-FFF2-40B4-BE49-F238E27FC236}">
                  <a16:creationId xmlns:a16="http://schemas.microsoft.com/office/drawing/2014/main" id="{42D9A1E5-03C8-E59C-2534-F2C2ACB6B21F}"/>
                </a:ext>
              </a:extLst>
            </p:cNvPr>
            <p:cNvSpPr/>
            <p:nvPr/>
          </p:nvSpPr>
          <p:spPr>
            <a:xfrm>
              <a:off x="9704967" y="1784224"/>
              <a:ext cx="98095" cy="98095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6" name="Oval 245">
              <a:extLst>
                <a:ext uri="{FF2B5EF4-FFF2-40B4-BE49-F238E27FC236}">
                  <a16:creationId xmlns:a16="http://schemas.microsoft.com/office/drawing/2014/main" id="{896B4258-B6ED-BA4E-2B58-9ADB042F18E1}"/>
                </a:ext>
              </a:extLst>
            </p:cNvPr>
            <p:cNvSpPr/>
            <p:nvPr/>
          </p:nvSpPr>
          <p:spPr>
            <a:xfrm>
              <a:off x="9879239" y="1492872"/>
              <a:ext cx="98095" cy="98095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7" name="Oval 246">
              <a:extLst>
                <a:ext uri="{FF2B5EF4-FFF2-40B4-BE49-F238E27FC236}">
                  <a16:creationId xmlns:a16="http://schemas.microsoft.com/office/drawing/2014/main" id="{A2222D2E-85CC-862A-6F65-F2803884ACE9}"/>
                </a:ext>
              </a:extLst>
            </p:cNvPr>
            <p:cNvSpPr/>
            <p:nvPr/>
          </p:nvSpPr>
          <p:spPr>
            <a:xfrm>
              <a:off x="10031639" y="1645272"/>
              <a:ext cx="98095" cy="98095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8" name="Oval 247">
              <a:extLst>
                <a:ext uri="{FF2B5EF4-FFF2-40B4-BE49-F238E27FC236}">
                  <a16:creationId xmlns:a16="http://schemas.microsoft.com/office/drawing/2014/main" id="{DB29C081-4057-49D2-A46A-4F7924A54585}"/>
                </a:ext>
              </a:extLst>
            </p:cNvPr>
            <p:cNvSpPr/>
            <p:nvPr/>
          </p:nvSpPr>
          <p:spPr>
            <a:xfrm>
              <a:off x="10114811" y="1743367"/>
              <a:ext cx="98095" cy="98095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9" name="Oval 248">
              <a:extLst>
                <a:ext uri="{FF2B5EF4-FFF2-40B4-BE49-F238E27FC236}">
                  <a16:creationId xmlns:a16="http://schemas.microsoft.com/office/drawing/2014/main" id="{CCF6F52F-7742-9AFD-EDC6-9FAB63595C43}"/>
                </a:ext>
              </a:extLst>
            </p:cNvPr>
            <p:cNvSpPr/>
            <p:nvPr/>
          </p:nvSpPr>
          <p:spPr>
            <a:xfrm>
              <a:off x="9610632" y="1652359"/>
              <a:ext cx="98095" cy="98095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0" name="Oval 249">
              <a:extLst>
                <a:ext uri="{FF2B5EF4-FFF2-40B4-BE49-F238E27FC236}">
                  <a16:creationId xmlns:a16="http://schemas.microsoft.com/office/drawing/2014/main" id="{46EEDA07-0580-02AE-AB5C-806B5CEEDCB5}"/>
                </a:ext>
              </a:extLst>
            </p:cNvPr>
            <p:cNvSpPr/>
            <p:nvPr/>
          </p:nvSpPr>
          <p:spPr>
            <a:xfrm>
              <a:off x="9732907" y="1607586"/>
              <a:ext cx="98095" cy="98095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1" name="Oval 250">
              <a:extLst>
                <a:ext uri="{FF2B5EF4-FFF2-40B4-BE49-F238E27FC236}">
                  <a16:creationId xmlns:a16="http://schemas.microsoft.com/office/drawing/2014/main" id="{857E0B37-8083-675F-441E-8D5CDABBCA5E}"/>
                </a:ext>
              </a:extLst>
            </p:cNvPr>
            <p:cNvSpPr/>
            <p:nvPr/>
          </p:nvSpPr>
          <p:spPr>
            <a:xfrm>
              <a:off x="10104806" y="1528334"/>
              <a:ext cx="98095" cy="98095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2" name="Oval 251">
              <a:extLst>
                <a:ext uri="{FF2B5EF4-FFF2-40B4-BE49-F238E27FC236}">
                  <a16:creationId xmlns:a16="http://schemas.microsoft.com/office/drawing/2014/main" id="{FAD8B1C3-740F-B9F3-266E-1C9EBCB77C07}"/>
                </a:ext>
              </a:extLst>
            </p:cNvPr>
            <p:cNvSpPr/>
            <p:nvPr/>
          </p:nvSpPr>
          <p:spPr>
            <a:xfrm>
              <a:off x="10222402" y="1547177"/>
              <a:ext cx="98095" cy="98095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3" name="Oval 252">
              <a:extLst>
                <a:ext uri="{FF2B5EF4-FFF2-40B4-BE49-F238E27FC236}">
                  <a16:creationId xmlns:a16="http://schemas.microsoft.com/office/drawing/2014/main" id="{1A833279-7510-7CBF-DBDD-50B53C2A203F}"/>
                </a:ext>
              </a:extLst>
            </p:cNvPr>
            <p:cNvSpPr/>
            <p:nvPr/>
          </p:nvSpPr>
          <p:spPr>
            <a:xfrm>
              <a:off x="9823836" y="1810548"/>
              <a:ext cx="98095" cy="98095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4" name="Oval 253">
              <a:extLst>
                <a:ext uri="{FF2B5EF4-FFF2-40B4-BE49-F238E27FC236}">
                  <a16:creationId xmlns:a16="http://schemas.microsoft.com/office/drawing/2014/main" id="{DA84BCBC-6D98-5CBA-78CB-9E8FC7CA31D3}"/>
                </a:ext>
              </a:extLst>
            </p:cNvPr>
            <p:cNvSpPr/>
            <p:nvPr/>
          </p:nvSpPr>
          <p:spPr>
            <a:xfrm>
              <a:off x="9475806" y="1104449"/>
              <a:ext cx="98095" cy="98095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5" name="Oval 254">
              <a:extLst>
                <a:ext uri="{FF2B5EF4-FFF2-40B4-BE49-F238E27FC236}">
                  <a16:creationId xmlns:a16="http://schemas.microsoft.com/office/drawing/2014/main" id="{B5D82AA5-6EB0-03B9-5D31-9AEE542B8581}"/>
                </a:ext>
              </a:extLst>
            </p:cNvPr>
            <p:cNvSpPr/>
            <p:nvPr/>
          </p:nvSpPr>
          <p:spPr>
            <a:xfrm>
              <a:off x="9733484" y="1121068"/>
              <a:ext cx="98095" cy="98095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6" name="Oval 255">
              <a:extLst>
                <a:ext uri="{FF2B5EF4-FFF2-40B4-BE49-F238E27FC236}">
                  <a16:creationId xmlns:a16="http://schemas.microsoft.com/office/drawing/2014/main" id="{86810777-9459-42C7-0889-D204AB2D1680}"/>
                </a:ext>
              </a:extLst>
            </p:cNvPr>
            <p:cNvSpPr/>
            <p:nvPr/>
          </p:nvSpPr>
          <p:spPr>
            <a:xfrm>
              <a:off x="9661604" y="1277916"/>
              <a:ext cx="98095" cy="98095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7" name="Oval 256">
              <a:extLst>
                <a:ext uri="{FF2B5EF4-FFF2-40B4-BE49-F238E27FC236}">
                  <a16:creationId xmlns:a16="http://schemas.microsoft.com/office/drawing/2014/main" id="{D709D29E-4346-C361-FE15-68D276161631}"/>
                </a:ext>
              </a:extLst>
            </p:cNvPr>
            <p:cNvSpPr/>
            <p:nvPr/>
          </p:nvSpPr>
          <p:spPr>
            <a:xfrm>
              <a:off x="9688304" y="1409249"/>
              <a:ext cx="98095" cy="98095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8" name="Oval 257">
              <a:extLst>
                <a:ext uri="{FF2B5EF4-FFF2-40B4-BE49-F238E27FC236}">
                  <a16:creationId xmlns:a16="http://schemas.microsoft.com/office/drawing/2014/main" id="{E746F806-4CB5-5412-6E5D-7B48E39B33FF}"/>
                </a:ext>
              </a:extLst>
            </p:cNvPr>
            <p:cNvSpPr/>
            <p:nvPr/>
          </p:nvSpPr>
          <p:spPr>
            <a:xfrm>
              <a:off x="9962546" y="1277917"/>
              <a:ext cx="98095" cy="98095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9" name="Oval 258">
              <a:extLst>
                <a:ext uri="{FF2B5EF4-FFF2-40B4-BE49-F238E27FC236}">
                  <a16:creationId xmlns:a16="http://schemas.microsoft.com/office/drawing/2014/main" id="{F8A22DF9-38C8-9243-2D4F-B21F4A511ED9}"/>
                </a:ext>
              </a:extLst>
            </p:cNvPr>
            <p:cNvSpPr/>
            <p:nvPr/>
          </p:nvSpPr>
          <p:spPr>
            <a:xfrm>
              <a:off x="9521727" y="1297706"/>
              <a:ext cx="98095" cy="98095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0" name="Oval 259">
              <a:extLst>
                <a:ext uri="{FF2B5EF4-FFF2-40B4-BE49-F238E27FC236}">
                  <a16:creationId xmlns:a16="http://schemas.microsoft.com/office/drawing/2014/main" id="{3C060095-3D4A-375E-CED2-44F445F81232}"/>
                </a:ext>
              </a:extLst>
            </p:cNvPr>
            <p:cNvSpPr/>
            <p:nvPr/>
          </p:nvSpPr>
          <p:spPr>
            <a:xfrm>
              <a:off x="9439683" y="1395801"/>
              <a:ext cx="98095" cy="98095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1" name="Oval 260">
              <a:extLst>
                <a:ext uri="{FF2B5EF4-FFF2-40B4-BE49-F238E27FC236}">
                  <a16:creationId xmlns:a16="http://schemas.microsoft.com/office/drawing/2014/main" id="{78345756-C5E3-AE54-DC3E-8F7CB3C95A1E}"/>
                </a:ext>
              </a:extLst>
            </p:cNvPr>
            <p:cNvSpPr/>
            <p:nvPr/>
          </p:nvSpPr>
          <p:spPr>
            <a:xfrm>
              <a:off x="9613955" y="1104449"/>
              <a:ext cx="98095" cy="98095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2" name="Oval 261">
              <a:extLst>
                <a:ext uri="{FF2B5EF4-FFF2-40B4-BE49-F238E27FC236}">
                  <a16:creationId xmlns:a16="http://schemas.microsoft.com/office/drawing/2014/main" id="{EFF82991-1C8E-65D7-8C0E-7F245556DFE9}"/>
                </a:ext>
              </a:extLst>
            </p:cNvPr>
            <p:cNvSpPr/>
            <p:nvPr/>
          </p:nvSpPr>
          <p:spPr>
            <a:xfrm>
              <a:off x="9766355" y="1256849"/>
              <a:ext cx="98095" cy="98095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3" name="Oval 262">
              <a:extLst>
                <a:ext uri="{FF2B5EF4-FFF2-40B4-BE49-F238E27FC236}">
                  <a16:creationId xmlns:a16="http://schemas.microsoft.com/office/drawing/2014/main" id="{23E086DC-5851-1889-E415-62230BC6520C}"/>
                </a:ext>
              </a:extLst>
            </p:cNvPr>
            <p:cNvSpPr/>
            <p:nvPr/>
          </p:nvSpPr>
          <p:spPr>
            <a:xfrm>
              <a:off x="9849527" y="1354944"/>
              <a:ext cx="98095" cy="98095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4" name="Oval 263">
              <a:extLst>
                <a:ext uri="{FF2B5EF4-FFF2-40B4-BE49-F238E27FC236}">
                  <a16:creationId xmlns:a16="http://schemas.microsoft.com/office/drawing/2014/main" id="{258C4971-8572-1A13-385C-36B383358421}"/>
                </a:ext>
              </a:extLst>
            </p:cNvPr>
            <p:cNvSpPr/>
            <p:nvPr/>
          </p:nvSpPr>
          <p:spPr>
            <a:xfrm>
              <a:off x="9345348" y="1263936"/>
              <a:ext cx="98095" cy="98095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5" name="Oval 264">
              <a:extLst>
                <a:ext uri="{FF2B5EF4-FFF2-40B4-BE49-F238E27FC236}">
                  <a16:creationId xmlns:a16="http://schemas.microsoft.com/office/drawing/2014/main" id="{E6461B68-2E73-A352-56F2-0F78ABEC362D}"/>
                </a:ext>
              </a:extLst>
            </p:cNvPr>
            <p:cNvSpPr/>
            <p:nvPr/>
          </p:nvSpPr>
          <p:spPr>
            <a:xfrm>
              <a:off x="9467623" y="1219163"/>
              <a:ext cx="98095" cy="98095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6" name="Oval 265">
              <a:extLst>
                <a:ext uri="{FF2B5EF4-FFF2-40B4-BE49-F238E27FC236}">
                  <a16:creationId xmlns:a16="http://schemas.microsoft.com/office/drawing/2014/main" id="{5003034F-51D9-0400-3260-4FE47338CC7A}"/>
                </a:ext>
              </a:extLst>
            </p:cNvPr>
            <p:cNvSpPr/>
            <p:nvPr/>
          </p:nvSpPr>
          <p:spPr>
            <a:xfrm>
              <a:off x="9839522" y="1139911"/>
              <a:ext cx="98095" cy="98095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7" name="Oval 266">
              <a:extLst>
                <a:ext uri="{FF2B5EF4-FFF2-40B4-BE49-F238E27FC236}">
                  <a16:creationId xmlns:a16="http://schemas.microsoft.com/office/drawing/2014/main" id="{1C90E0F5-7FD4-F3EE-C325-F188D73A528B}"/>
                </a:ext>
              </a:extLst>
            </p:cNvPr>
            <p:cNvSpPr/>
            <p:nvPr/>
          </p:nvSpPr>
          <p:spPr>
            <a:xfrm>
              <a:off x="9948670" y="1159845"/>
              <a:ext cx="98095" cy="98095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8" name="Oval 267">
              <a:extLst>
                <a:ext uri="{FF2B5EF4-FFF2-40B4-BE49-F238E27FC236}">
                  <a16:creationId xmlns:a16="http://schemas.microsoft.com/office/drawing/2014/main" id="{D47B6F56-20C9-2317-B787-43BE30016E9E}"/>
                </a:ext>
              </a:extLst>
            </p:cNvPr>
            <p:cNvSpPr/>
            <p:nvPr/>
          </p:nvSpPr>
          <p:spPr>
            <a:xfrm>
              <a:off x="9558552" y="1422125"/>
              <a:ext cx="98095" cy="98095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9" name="Oval 268">
              <a:extLst>
                <a:ext uri="{FF2B5EF4-FFF2-40B4-BE49-F238E27FC236}">
                  <a16:creationId xmlns:a16="http://schemas.microsoft.com/office/drawing/2014/main" id="{F06D6AD4-29D7-7C62-7814-669741D5E5BE}"/>
                </a:ext>
              </a:extLst>
            </p:cNvPr>
            <p:cNvSpPr/>
            <p:nvPr/>
          </p:nvSpPr>
          <p:spPr>
            <a:xfrm>
              <a:off x="9997717" y="1403087"/>
              <a:ext cx="98095" cy="98095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70" name="Oval 269">
              <a:extLst>
                <a:ext uri="{FF2B5EF4-FFF2-40B4-BE49-F238E27FC236}">
                  <a16:creationId xmlns:a16="http://schemas.microsoft.com/office/drawing/2014/main" id="{F73DEAF3-DBBE-1C0A-2B17-6394AC9D7A00}"/>
                </a:ext>
              </a:extLst>
            </p:cNvPr>
            <p:cNvSpPr/>
            <p:nvPr/>
          </p:nvSpPr>
          <p:spPr>
            <a:xfrm>
              <a:off x="10137105" y="1422125"/>
              <a:ext cx="98095" cy="98095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71" name="Oval 270">
              <a:extLst>
                <a:ext uri="{FF2B5EF4-FFF2-40B4-BE49-F238E27FC236}">
                  <a16:creationId xmlns:a16="http://schemas.microsoft.com/office/drawing/2014/main" id="{1A7A6606-2A23-0EEF-FBC1-D0D1D5C18BC7}"/>
                </a:ext>
              </a:extLst>
            </p:cNvPr>
            <p:cNvSpPr/>
            <p:nvPr/>
          </p:nvSpPr>
          <p:spPr>
            <a:xfrm>
              <a:off x="10247236" y="1433103"/>
              <a:ext cx="98095" cy="98095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72" name="Oval 271">
              <a:extLst>
                <a:ext uri="{FF2B5EF4-FFF2-40B4-BE49-F238E27FC236}">
                  <a16:creationId xmlns:a16="http://schemas.microsoft.com/office/drawing/2014/main" id="{35359E81-8C5D-D42E-B066-DFA419117D2D}"/>
                </a:ext>
              </a:extLst>
            </p:cNvPr>
            <p:cNvSpPr/>
            <p:nvPr/>
          </p:nvSpPr>
          <p:spPr>
            <a:xfrm>
              <a:off x="10087732" y="1331512"/>
              <a:ext cx="98095" cy="98095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73" name="Oval 272">
              <a:extLst>
                <a:ext uri="{FF2B5EF4-FFF2-40B4-BE49-F238E27FC236}">
                  <a16:creationId xmlns:a16="http://schemas.microsoft.com/office/drawing/2014/main" id="{B2C6E44D-DE05-B2F5-5493-B944663860AC}"/>
                </a:ext>
              </a:extLst>
            </p:cNvPr>
            <p:cNvSpPr/>
            <p:nvPr/>
          </p:nvSpPr>
          <p:spPr>
            <a:xfrm>
              <a:off x="10222911" y="1332684"/>
              <a:ext cx="98095" cy="98095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74" name="Oval 273">
              <a:extLst>
                <a:ext uri="{FF2B5EF4-FFF2-40B4-BE49-F238E27FC236}">
                  <a16:creationId xmlns:a16="http://schemas.microsoft.com/office/drawing/2014/main" id="{730FABC1-A93D-D372-C577-DAF03284E971}"/>
                </a:ext>
              </a:extLst>
            </p:cNvPr>
            <p:cNvSpPr/>
            <p:nvPr/>
          </p:nvSpPr>
          <p:spPr>
            <a:xfrm>
              <a:off x="10231148" y="1208271"/>
              <a:ext cx="98095" cy="98095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75" name="Oval 274">
              <a:extLst>
                <a:ext uri="{FF2B5EF4-FFF2-40B4-BE49-F238E27FC236}">
                  <a16:creationId xmlns:a16="http://schemas.microsoft.com/office/drawing/2014/main" id="{21836634-770D-FB6E-3CA1-38B33227B94F}"/>
                </a:ext>
              </a:extLst>
            </p:cNvPr>
            <p:cNvSpPr/>
            <p:nvPr/>
          </p:nvSpPr>
          <p:spPr>
            <a:xfrm>
              <a:off x="10060641" y="1129551"/>
              <a:ext cx="98095" cy="98095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76" name="Oval 275">
              <a:extLst>
                <a:ext uri="{FF2B5EF4-FFF2-40B4-BE49-F238E27FC236}">
                  <a16:creationId xmlns:a16="http://schemas.microsoft.com/office/drawing/2014/main" id="{DA634F03-1027-FBC7-D4FC-4D6B0574038F}"/>
                </a:ext>
              </a:extLst>
            </p:cNvPr>
            <p:cNvSpPr/>
            <p:nvPr/>
          </p:nvSpPr>
          <p:spPr>
            <a:xfrm>
              <a:off x="9347646" y="1380559"/>
              <a:ext cx="98095" cy="98095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77" name="Oval 276">
              <a:extLst>
                <a:ext uri="{FF2B5EF4-FFF2-40B4-BE49-F238E27FC236}">
                  <a16:creationId xmlns:a16="http://schemas.microsoft.com/office/drawing/2014/main" id="{78D13107-1E34-50CB-4620-F8B19F8A5779}"/>
                </a:ext>
              </a:extLst>
            </p:cNvPr>
            <p:cNvSpPr/>
            <p:nvPr/>
          </p:nvSpPr>
          <p:spPr>
            <a:xfrm>
              <a:off x="9355867" y="1509491"/>
              <a:ext cx="98095" cy="98095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78" name="Oval 277">
              <a:extLst>
                <a:ext uri="{FF2B5EF4-FFF2-40B4-BE49-F238E27FC236}">
                  <a16:creationId xmlns:a16="http://schemas.microsoft.com/office/drawing/2014/main" id="{9E03AFD4-8139-7A65-C515-BC7D6594D7DB}"/>
                </a:ext>
              </a:extLst>
            </p:cNvPr>
            <p:cNvSpPr/>
            <p:nvPr/>
          </p:nvSpPr>
          <p:spPr>
            <a:xfrm>
              <a:off x="9390065" y="1637081"/>
              <a:ext cx="98095" cy="98095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79" name="Oval 278">
              <a:extLst>
                <a:ext uri="{FF2B5EF4-FFF2-40B4-BE49-F238E27FC236}">
                  <a16:creationId xmlns:a16="http://schemas.microsoft.com/office/drawing/2014/main" id="{2FD4AA0F-925E-1436-4C50-53F41F4F19AE}"/>
                </a:ext>
              </a:extLst>
            </p:cNvPr>
            <p:cNvSpPr/>
            <p:nvPr/>
          </p:nvSpPr>
          <p:spPr>
            <a:xfrm>
              <a:off x="9495339" y="1545485"/>
              <a:ext cx="98095" cy="98095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80" name="Oval 279">
              <a:extLst>
                <a:ext uri="{FF2B5EF4-FFF2-40B4-BE49-F238E27FC236}">
                  <a16:creationId xmlns:a16="http://schemas.microsoft.com/office/drawing/2014/main" id="{288EDD3E-6345-A10B-4CFD-67A21AB8121A}"/>
                </a:ext>
              </a:extLst>
            </p:cNvPr>
            <p:cNvSpPr/>
            <p:nvPr/>
          </p:nvSpPr>
          <p:spPr>
            <a:xfrm>
              <a:off x="9571419" y="1797374"/>
              <a:ext cx="98095" cy="98095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81" name="Oval 280">
              <a:extLst>
                <a:ext uri="{FF2B5EF4-FFF2-40B4-BE49-F238E27FC236}">
                  <a16:creationId xmlns:a16="http://schemas.microsoft.com/office/drawing/2014/main" id="{2A167770-02B9-0E8D-CBD2-7A9C8915534D}"/>
                </a:ext>
              </a:extLst>
            </p:cNvPr>
            <p:cNvSpPr/>
            <p:nvPr/>
          </p:nvSpPr>
          <p:spPr>
            <a:xfrm>
              <a:off x="9455597" y="1750389"/>
              <a:ext cx="98095" cy="98095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82" name="Oval 281">
              <a:extLst>
                <a:ext uri="{FF2B5EF4-FFF2-40B4-BE49-F238E27FC236}">
                  <a16:creationId xmlns:a16="http://schemas.microsoft.com/office/drawing/2014/main" id="{46789FF2-2BC4-1560-E7A7-68573EAC5759}"/>
                </a:ext>
              </a:extLst>
            </p:cNvPr>
            <p:cNvSpPr/>
            <p:nvPr/>
          </p:nvSpPr>
          <p:spPr>
            <a:xfrm>
              <a:off x="10055758" y="1872235"/>
              <a:ext cx="98095" cy="98095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83" name="Oval 282">
              <a:extLst>
                <a:ext uri="{FF2B5EF4-FFF2-40B4-BE49-F238E27FC236}">
                  <a16:creationId xmlns:a16="http://schemas.microsoft.com/office/drawing/2014/main" id="{0F2EEE43-87ED-AA82-C3C1-41395C2474F1}"/>
                </a:ext>
              </a:extLst>
            </p:cNvPr>
            <p:cNvSpPr/>
            <p:nvPr/>
          </p:nvSpPr>
          <p:spPr>
            <a:xfrm>
              <a:off x="9868491" y="1255961"/>
              <a:ext cx="98095" cy="98095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84" name="Oval 283">
              <a:extLst>
                <a:ext uri="{FF2B5EF4-FFF2-40B4-BE49-F238E27FC236}">
                  <a16:creationId xmlns:a16="http://schemas.microsoft.com/office/drawing/2014/main" id="{9D205CAC-35CC-0D8C-561C-7D4E50FD7D45}"/>
                </a:ext>
              </a:extLst>
            </p:cNvPr>
            <p:cNvSpPr/>
            <p:nvPr/>
          </p:nvSpPr>
          <p:spPr>
            <a:xfrm>
              <a:off x="10117043" y="1225619"/>
              <a:ext cx="98095" cy="98095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85" name="Oval 284">
              <a:extLst>
                <a:ext uri="{FF2B5EF4-FFF2-40B4-BE49-F238E27FC236}">
                  <a16:creationId xmlns:a16="http://schemas.microsoft.com/office/drawing/2014/main" id="{38971D30-21CA-04B3-F97B-6FEFC3D83CF3}"/>
                </a:ext>
              </a:extLst>
            </p:cNvPr>
            <p:cNvSpPr/>
            <p:nvPr/>
          </p:nvSpPr>
          <p:spPr>
            <a:xfrm>
              <a:off x="9614920" y="1520220"/>
              <a:ext cx="98095" cy="98095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86" name="Oval 285">
              <a:extLst>
                <a:ext uri="{FF2B5EF4-FFF2-40B4-BE49-F238E27FC236}">
                  <a16:creationId xmlns:a16="http://schemas.microsoft.com/office/drawing/2014/main" id="{020B02A6-8674-AE1C-0654-CC5591DE469D}"/>
                </a:ext>
              </a:extLst>
            </p:cNvPr>
            <p:cNvSpPr/>
            <p:nvPr/>
          </p:nvSpPr>
          <p:spPr>
            <a:xfrm>
              <a:off x="9879926" y="1587146"/>
              <a:ext cx="98095" cy="98095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87" name="Oval 286">
              <a:extLst>
                <a:ext uri="{FF2B5EF4-FFF2-40B4-BE49-F238E27FC236}">
                  <a16:creationId xmlns:a16="http://schemas.microsoft.com/office/drawing/2014/main" id="{B43966BF-5427-F2C2-31A7-FB8FD56DD7AD}"/>
                </a:ext>
              </a:extLst>
            </p:cNvPr>
            <p:cNvSpPr/>
            <p:nvPr/>
          </p:nvSpPr>
          <p:spPr>
            <a:xfrm>
              <a:off x="9502309" y="1652294"/>
              <a:ext cx="98095" cy="98095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88" name="Oval 287">
              <a:extLst>
                <a:ext uri="{FF2B5EF4-FFF2-40B4-BE49-F238E27FC236}">
                  <a16:creationId xmlns:a16="http://schemas.microsoft.com/office/drawing/2014/main" id="{7115CB27-C899-E4D3-D5E1-EF8034E00D02}"/>
                </a:ext>
              </a:extLst>
            </p:cNvPr>
            <p:cNvSpPr/>
            <p:nvPr/>
          </p:nvSpPr>
          <p:spPr>
            <a:xfrm>
              <a:off x="10129487" y="1620872"/>
              <a:ext cx="98095" cy="98095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89" name="Oval 288">
              <a:extLst>
                <a:ext uri="{FF2B5EF4-FFF2-40B4-BE49-F238E27FC236}">
                  <a16:creationId xmlns:a16="http://schemas.microsoft.com/office/drawing/2014/main" id="{629083D2-DFAA-80D0-3533-1342078DA267}"/>
                </a:ext>
              </a:extLst>
            </p:cNvPr>
            <p:cNvSpPr/>
            <p:nvPr/>
          </p:nvSpPr>
          <p:spPr>
            <a:xfrm>
              <a:off x="9587093" y="1193173"/>
              <a:ext cx="98095" cy="98095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90" name="Oval 289">
              <a:extLst>
                <a:ext uri="{FF2B5EF4-FFF2-40B4-BE49-F238E27FC236}">
                  <a16:creationId xmlns:a16="http://schemas.microsoft.com/office/drawing/2014/main" id="{58387D54-05AF-8C51-D62B-C1E64D87C692}"/>
                </a:ext>
              </a:extLst>
            </p:cNvPr>
            <p:cNvSpPr/>
            <p:nvPr/>
          </p:nvSpPr>
          <p:spPr>
            <a:xfrm>
              <a:off x="9706965" y="2193857"/>
              <a:ext cx="98095" cy="98095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91" name="Oval 290">
              <a:extLst>
                <a:ext uri="{FF2B5EF4-FFF2-40B4-BE49-F238E27FC236}">
                  <a16:creationId xmlns:a16="http://schemas.microsoft.com/office/drawing/2014/main" id="{D9A490DD-02D5-8BAE-B8C8-F7707B447379}"/>
                </a:ext>
              </a:extLst>
            </p:cNvPr>
            <p:cNvSpPr/>
            <p:nvPr/>
          </p:nvSpPr>
          <p:spPr>
            <a:xfrm>
              <a:off x="9964643" y="2210476"/>
              <a:ext cx="98095" cy="98095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92" name="Oval 291">
              <a:extLst>
                <a:ext uri="{FF2B5EF4-FFF2-40B4-BE49-F238E27FC236}">
                  <a16:creationId xmlns:a16="http://schemas.microsoft.com/office/drawing/2014/main" id="{AA4F2E4F-EC6B-3A72-A732-FE336FF2F506}"/>
                </a:ext>
              </a:extLst>
            </p:cNvPr>
            <p:cNvSpPr/>
            <p:nvPr/>
          </p:nvSpPr>
          <p:spPr>
            <a:xfrm>
              <a:off x="9898084" y="2387113"/>
              <a:ext cx="98095" cy="98095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93" name="Oval 292">
              <a:extLst>
                <a:ext uri="{FF2B5EF4-FFF2-40B4-BE49-F238E27FC236}">
                  <a16:creationId xmlns:a16="http://schemas.microsoft.com/office/drawing/2014/main" id="{FEEC97C3-4CFD-B3E7-FA25-3E820B275A64}"/>
                </a:ext>
              </a:extLst>
            </p:cNvPr>
            <p:cNvSpPr/>
            <p:nvPr/>
          </p:nvSpPr>
          <p:spPr>
            <a:xfrm>
              <a:off x="9919463" y="2498657"/>
              <a:ext cx="98095" cy="98095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94" name="Oval 293">
              <a:extLst>
                <a:ext uri="{FF2B5EF4-FFF2-40B4-BE49-F238E27FC236}">
                  <a16:creationId xmlns:a16="http://schemas.microsoft.com/office/drawing/2014/main" id="{4A845E64-1EEF-12F5-847F-585B2785B6F6}"/>
                </a:ext>
              </a:extLst>
            </p:cNvPr>
            <p:cNvSpPr/>
            <p:nvPr/>
          </p:nvSpPr>
          <p:spPr>
            <a:xfrm>
              <a:off x="10193705" y="2367325"/>
              <a:ext cx="98095" cy="98095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95" name="Oval 294">
              <a:extLst>
                <a:ext uri="{FF2B5EF4-FFF2-40B4-BE49-F238E27FC236}">
                  <a16:creationId xmlns:a16="http://schemas.microsoft.com/office/drawing/2014/main" id="{12DE1C4D-31D4-9863-EFF7-92C125A75206}"/>
                </a:ext>
              </a:extLst>
            </p:cNvPr>
            <p:cNvSpPr/>
            <p:nvPr/>
          </p:nvSpPr>
          <p:spPr>
            <a:xfrm>
              <a:off x="9752886" y="2387114"/>
              <a:ext cx="98095" cy="98095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96" name="Oval 295">
              <a:extLst>
                <a:ext uri="{FF2B5EF4-FFF2-40B4-BE49-F238E27FC236}">
                  <a16:creationId xmlns:a16="http://schemas.microsoft.com/office/drawing/2014/main" id="{63F6EBF7-FE06-F440-FDEC-C5BD099181B3}"/>
                </a:ext>
              </a:extLst>
            </p:cNvPr>
            <p:cNvSpPr/>
            <p:nvPr/>
          </p:nvSpPr>
          <p:spPr>
            <a:xfrm>
              <a:off x="9670842" y="2485209"/>
              <a:ext cx="98095" cy="98095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97" name="Oval 296">
              <a:extLst>
                <a:ext uri="{FF2B5EF4-FFF2-40B4-BE49-F238E27FC236}">
                  <a16:creationId xmlns:a16="http://schemas.microsoft.com/office/drawing/2014/main" id="{D1ADDED2-4EBD-AB33-4FCA-39F9D289B910}"/>
                </a:ext>
              </a:extLst>
            </p:cNvPr>
            <p:cNvSpPr/>
            <p:nvPr/>
          </p:nvSpPr>
          <p:spPr>
            <a:xfrm>
              <a:off x="9845114" y="2193857"/>
              <a:ext cx="98095" cy="98095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98" name="Oval 297">
              <a:extLst>
                <a:ext uri="{FF2B5EF4-FFF2-40B4-BE49-F238E27FC236}">
                  <a16:creationId xmlns:a16="http://schemas.microsoft.com/office/drawing/2014/main" id="{33630AEB-567D-37AE-90CD-0631C320EB6A}"/>
                </a:ext>
              </a:extLst>
            </p:cNvPr>
            <p:cNvSpPr/>
            <p:nvPr/>
          </p:nvSpPr>
          <p:spPr>
            <a:xfrm>
              <a:off x="9997514" y="2346257"/>
              <a:ext cx="98095" cy="98095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99" name="Oval 298">
              <a:extLst>
                <a:ext uri="{FF2B5EF4-FFF2-40B4-BE49-F238E27FC236}">
                  <a16:creationId xmlns:a16="http://schemas.microsoft.com/office/drawing/2014/main" id="{03B2A975-7088-41D9-B08D-87A23B611946}"/>
                </a:ext>
              </a:extLst>
            </p:cNvPr>
            <p:cNvSpPr/>
            <p:nvPr/>
          </p:nvSpPr>
          <p:spPr>
            <a:xfrm>
              <a:off x="10080686" y="2444352"/>
              <a:ext cx="98095" cy="98095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00" name="Oval 299">
              <a:extLst>
                <a:ext uri="{FF2B5EF4-FFF2-40B4-BE49-F238E27FC236}">
                  <a16:creationId xmlns:a16="http://schemas.microsoft.com/office/drawing/2014/main" id="{F0EF11A2-3175-3AE7-FEEE-1D81D2D0A382}"/>
                </a:ext>
              </a:extLst>
            </p:cNvPr>
            <p:cNvSpPr/>
            <p:nvPr/>
          </p:nvSpPr>
          <p:spPr>
            <a:xfrm>
              <a:off x="9576507" y="2353344"/>
              <a:ext cx="98095" cy="98095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01" name="Oval 300">
              <a:extLst>
                <a:ext uri="{FF2B5EF4-FFF2-40B4-BE49-F238E27FC236}">
                  <a16:creationId xmlns:a16="http://schemas.microsoft.com/office/drawing/2014/main" id="{4DD6F559-9789-A36E-B766-DC5C700A5FC4}"/>
                </a:ext>
              </a:extLst>
            </p:cNvPr>
            <p:cNvSpPr/>
            <p:nvPr/>
          </p:nvSpPr>
          <p:spPr>
            <a:xfrm>
              <a:off x="9698782" y="2308571"/>
              <a:ext cx="98095" cy="98095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02" name="Oval 301">
              <a:extLst>
                <a:ext uri="{FF2B5EF4-FFF2-40B4-BE49-F238E27FC236}">
                  <a16:creationId xmlns:a16="http://schemas.microsoft.com/office/drawing/2014/main" id="{10839E2C-D4F0-34F8-C65B-2F11835DFE27}"/>
                </a:ext>
              </a:extLst>
            </p:cNvPr>
            <p:cNvSpPr/>
            <p:nvPr/>
          </p:nvSpPr>
          <p:spPr>
            <a:xfrm>
              <a:off x="10070681" y="2229319"/>
              <a:ext cx="98095" cy="98095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03" name="Oval 302">
              <a:extLst>
                <a:ext uri="{FF2B5EF4-FFF2-40B4-BE49-F238E27FC236}">
                  <a16:creationId xmlns:a16="http://schemas.microsoft.com/office/drawing/2014/main" id="{4941A6BF-1E05-45FC-D71A-343B3B9EF4B8}"/>
                </a:ext>
              </a:extLst>
            </p:cNvPr>
            <p:cNvSpPr/>
            <p:nvPr/>
          </p:nvSpPr>
          <p:spPr>
            <a:xfrm>
              <a:off x="10188277" y="2248162"/>
              <a:ext cx="98095" cy="98095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04" name="Oval 303">
              <a:extLst>
                <a:ext uri="{FF2B5EF4-FFF2-40B4-BE49-F238E27FC236}">
                  <a16:creationId xmlns:a16="http://schemas.microsoft.com/office/drawing/2014/main" id="{93501054-41F0-CB41-8B9A-6C18787165E9}"/>
                </a:ext>
              </a:extLst>
            </p:cNvPr>
            <p:cNvSpPr/>
            <p:nvPr/>
          </p:nvSpPr>
          <p:spPr>
            <a:xfrm>
              <a:off x="9789711" y="2511533"/>
              <a:ext cx="98095" cy="98095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05" name="Oval 304">
              <a:extLst>
                <a:ext uri="{FF2B5EF4-FFF2-40B4-BE49-F238E27FC236}">
                  <a16:creationId xmlns:a16="http://schemas.microsoft.com/office/drawing/2014/main" id="{6FD0B41B-9EAA-A011-BDEC-77A4FFDFCD48}"/>
                </a:ext>
              </a:extLst>
            </p:cNvPr>
            <p:cNvSpPr/>
            <p:nvPr/>
          </p:nvSpPr>
          <p:spPr>
            <a:xfrm>
              <a:off x="9627479" y="1978901"/>
              <a:ext cx="98095" cy="98095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06" name="Oval 305">
              <a:extLst>
                <a:ext uri="{FF2B5EF4-FFF2-40B4-BE49-F238E27FC236}">
                  <a16:creationId xmlns:a16="http://schemas.microsoft.com/office/drawing/2014/main" id="{6D0AA934-0821-8E1E-D16E-02159B29FF69}"/>
                </a:ext>
              </a:extLst>
            </p:cNvPr>
            <p:cNvSpPr/>
            <p:nvPr/>
          </p:nvSpPr>
          <p:spPr>
            <a:xfrm>
              <a:off x="9654179" y="2110234"/>
              <a:ext cx="98095" cy="98095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07" name="Oval 306">
              <a:extLst>
                <a:ext uri="{FF2B5EF4-FFF2-40B4-BE49-F238E27FC236}">
                  <a16:creationId xmlns:a16="http://schemas.microsoft.com/office/drawing/2014/main" id="{F6293636-C014-EECE-E8CA-498AAE18832B}"/>
                </a:ext>
              </a:extLst>
            </p:cNvPr>
            <p:cNvSpPr/>
            <p:nvPr/>
          </p:nvSpPr>
          <p:spPr>
            <a:xfrm>
              <a:off x="9928421" y="1978902"/>
              <a:ext cx="98095" cy="98095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08" name="Oval 307">
              <a:extLst>
                <a:ext uri="{FF2B5EF4-FFF2-40B4-BE49-F238E27FC236}">
                  <a16:creationId xmlns:a16="http://schemas.microsoft.com/office/drawing/2014/main" id="{92643596-ACA0-8BAD-A04A-080FDEF3C4E2}"/>
                </a:ext>
              </a:extLst>
            </p:cNvPr>
            <p:cNvSpPr/>
            <p:nvPr/>
          </p:nvSpPr>
          <p:spPr>
            <a:xfrm>
              <a:off x="9487602" y="1998691"/>
              <a:ext cx="98095" cy="98095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09" name="Oval 308">
              <a:extLst>
                <a:ext uri="{FF2B5EF4-FFF2-40B4-BE49-F238E27FC236}">
                  <a16:creationId xmlns:a16="http://schemas.microsoft.com/office/drawing/2014/main" id="{D44FBEA1-8439-5E7A-B419-A79452F49739}"/>
                </a:ext>
              </a:extLst>
            </p:cNvPr>
            <p:cNvSpPr/>
            <p:nvPr/>
          </p:nvSpPr>
          <p:spPr>
            <a:xfrm>
              <a:off x="9405558" y="2096786"/>
              <a:ext cx="98095" cy="98095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10" name="Oval 309">
              <a:extLst>
                <a:ext uri="{FF2B5EF4-FFF2-40B4-BE49-F238E27FC236}">
                  <a16:creationId xmlns:a16="http://schemas.microsoft.com/office/drawing/2014/main" id="{67A8AE5A-0909-53A5-E189-27C881C77F36}"/>
                </a:ext>
              </a:extLst>
            </p:cNvPr>
            <p:cNvSpPr/>
            <p:nvPr/>
          </p:nvSpPr>
          <p:spPr>
            <a:xfrm>
              <a:off x="9732230" y="1957834"/>
              <a:ext cx="98095" cy="98095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11" name="Oval 310">
              <a:extLst>
                <a:ext uri="{FF2B5EF4-FFF2-40B4-BE49-F238E27FC236}">
                  <a16:creationId xmlns:a16="http://schemas.microsoft.com/office/drawing/2014/main" id="{A84CDF10-BCB2-4347-8B5C-460E87921972}"/>
                </a:ext>
              </a:extLst>
            </p:cNvPr>
            <p:cNvSpPr/>
            <p:nvPr/>
          </p:nvSpPr>
          <p:spPr>
            <a:xfrm>
              <a:off x="9815402" y="2055929"/>
              <a:ext cx="98095" cy="98095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12" name="Oval 311">
              <a:extLst>
                <a:ext uri="{FF2B5EF4-FFF2-40B4-BE49-F238E27FC236}">
                  <a16:creationId xmlns:a16="http://schemas.microsoft.com/office/drawing/2014/main" id="{DCC4A7CB-84F4-387D-26EE-F262CC31F413}"/>
                </a:ext>
              </a:extLst>
            </p:cNvPr>
            <p:cNvSpPr/>
            <p:nvPr/>
          </p:nvSpPr>
          <p:spPr>
            <a:xfrm>
              <a:off x="9311223" y="1964921"/>
              <a:ext cx="98095" cy="98095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13" name="Oval 312">
              <a:extLst>
                <a:ext uri="{FF2B5EF4-FFF2-40B4-BE49-F238E27FC236}">
                  <a16:creationId xmlns:a16="http://schemas.microsoft.com/office/drawing/2014/main" id="{5B2F76DD-3059-70F5-5BDB-36E44F6B35A7}"/>
                </a:ext>
              </a:extLst>
            </p:cNvPr>
            <p:cNvSpPr/>
            <p:nvPr/>
          </p:nvSpPr>
          <p:spPr>
            <a:xfrm>
              <a:off x="9433498" y="1920148"/>
              <a:ext cx="98095" cy="98095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14" name="Oval 313">
              <a:extLst>
                <a:ext uri="{FF2B5EF4-FFF2-40B4-BE49-F238E27FC236}">
                  <a16:creationId xmlns:a16="http://schemas.microsoft.com/office/drawing/2014/main" id="{4C8CB906-8FF3-A5A6-588A-FED6361A6AF6}"/>
                </a:ext>
              </a:extLst>
            </p:cNvPr>
            <p:cNvSpPr/>
            <p:nvPr/>
          </p:nvSpPr>
          <p:spPr>
            <a:xfrm>
              <a:off x="9524427" y="2123110"/>
              <a:ext cx="98095" cy="98095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15" name="Oval 314">
              <a:extLst>
                <a:ext uri="{FF2B5EF4-FFF2-40B4-BE49-F238E27FC236}">
                  <a16:creationId xmlns:a16="http://schemas.microsoft.com/office/drawing/2014/main" id="{BB690296-B8EA-512B-8342-7AAB79BF0676}"/>
                </a:ext>
              </a:extLst>
            </p:cNvPr>
            <p:cNvSpPr/>
            <p:nvPr/>
          </p:nvSpPr>
          <p:spPr>
            <a:xfrm>
              <a:off x="9963592" y="2104072"/>
              <a:ext cx="98095" cy="98095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16" name="Oval 315">
              <a:extLst>
                <a:ext uri="{FF2B5EF4-FFF2-40B4-BE49-F238E27FC236}">
                  <a16:creationId xmlns:a16="http://schemas.microsoft.com/office/drawing/2014/main" id="{3E32E209-521B-7EBA-AB1D-975C0A3976DE}"/>
                </a:ext>
              </a:extLst>
            </p:cNvPr>
            <p:cNvSpPr/>
            <p:nvPr/>
          </p:nvSpPr>
          <p:spPr>
            <a:xfrm>
              <a:off x="10102980" y="2123110"/>
              <a:ext cx="98095" cy="98095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17" name="Oval 316">
              <a:extLst>
                <a:ext uri="{FF2B5EF4-FFF2-40B4-BE49-F238E27FC236}">
                  <a16:creationId xmlns:a16="http://schemas.microsoft.com/office/drawing/2014/main" id="{C3645CB0-90BA-BF50-2C2C-BDE8DC34182D}"/>
                </a:ext>
              </a:extLst>
            </p:cNvPr>
            <p:cNvSpPr/>
            <p:nvPr/>
          </p:nvSpPr>
          <p:spPr>
            <a:xfrm>
              <a:off x="10213111" y="2134088"/>
              <a:ext cx="98095" cy="98095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18" name="Oval 317">
              <a:extLst>
                <a:ext uri="{FF2B5EF4-FFF2-40B4-BE49-F238E27FC236}">
                  <a16:creationId xmlns:a16="http://schemas.microsoft.com/office/drawing/2014/main" id="{7CA378D2-D6B8-CE0E-998D-57FEDF6ADC02}"/>
                </a:ext>
              </a:extLst>
            </p:cNvPr>
            <p:cNvSpPr/>
            <p:nvPr/>
          </p:nvSpPr>
          <p:spPr>
            <a:xfrm>
              <a:off x="10053607" y="2032497"/>
              <a:ext cx="98095" cy="98095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19" name="Oval 318">
              <a:extLst>
                <a:ext uri="{FF2B5EF4-FFF2-40B4-BE49-F238E27FC236}">
                  <a16:creationId xmlns:a16="http://schemas.microsoft.com/office/drawing/2014/main" id="{6A049565-0CCF-6119-DBC4-46DABCB5C250}"/>
                </a:ext>
              </a:extLst>
            </p:cNvPr>
            <p:cNvSpPr/>
            <p:nvPr/>
          </p:nvSpPr>
          <p:spPr>
            <a:xfrm>
              <a:off x="10188786" y="2033669"/>
              <a:ext cx="98095" cy="98095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20" name="Oval 319">
              <a:extLst>
                <a:ext uri="{FF2B5EF4-FFF2-40B4-BE49-F238E27FC236}">
                  <a16:creationId xmlns:a16="http://schemas.microsoft.com/office/drawing/2014/main" id="{65540535-C1FE-81AC-5F8D-2A53CB879B1A}"/>
                </a:ext>
              </a:extLst>
            </p:cNvPr>
            <p:cNvSpPr/>
            <p:nvPr/>
          </p:nvSpPr>
          <p:spPr>
            <a:xfrm>
              <a:off x="10197023" y="1909256"/>
              <a:ext cx="98095" cy="98095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21" name="Oval 320">
              <a:extLst>
                <a:ext uri="{FF2B5EF4-FFF2-40B4-BE49-F238E27FC236}">
                  <a16:creationId xmlns:a16="http://schemas.microsoft.com/office/drawing/2014/main" id="{9011CE76-343E-E86C-CB5E-6F6452D7DB57}"/>
                </a:ext>
              </a:extLst>
            </p:cNvPr>
            <p:cNvSpPr/>
            <p:nvPr/>
          </p:nvSpPr>
          <p:spPr>
            <a:xfrm>
              <a:off x="9313521" y="2081544"/>
              <a:ext cx="98095" cy="98095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22" name="Oval 321">
              <a:extLst>
                <a:ext uri="{FF2B5EF4-FFF2-40B4-BE49-F238E27FC236}">
                  <a16:creationId xmlns:a16="http://schemas.microsoft.com/office/drawing/2014/main" id="{41DD42BD-C193-DA98-50A1-03DC8C8A3FF7}"/>
                </a:ext>
              </a:extLst>
            </p:cNvPr>
            <p:cNvSpPr/>
            <p:nvPr/>
          </p:nvSpPr>
          <p:spPr>
            <a:xfrm>
              <a:off x="9321742" y="2210476"/>
              <a:ext cx="98095" cy="98095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23" name="Oval 322">
              <a:extLst>
                <a:ext uri="{FF2B5EF4-FFF2-40B4-BE49-F238E27FC236}">
                  <a16:creationId xmlns:a16="http://schemas.microsoft.com/office/drawing/2014/main" id="{9878A22E-6D0F-18D0-40AF-259CF58BE0D9}"/>
                </a:ext>
              </a:extLst>
            </p:cNvPr>
            <p:cNvSpPr/>
            <p:nvPr/>
          </p:nvSpPr>
          <p:spPr>
            <a:xfrm>
              <a:off x="9355940" y="2338066"/>
              <a:ext cx="98095" cy="98095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24" name="Oval 323">
              <a:extLst>
                <a:ext uri="{FF2B5EF4-FFF2-40B4-BE49-F238E27FC236}">
                  <a16:creationId xmlns:a16="http://schemas.microsoft.com/office/drawing/2014/main" id="{235BC53F-78E1-D6F0-CBFB-D76C23140943}"/>
                </a:ext>
              </a:extLst>
            </p:cNvPr>
            <p:cNvSpPr/>
            <p:nvPr/>
          </p:nvSpPr>
          <p:spPr>
            <a:xfrm>
              <a:off x="9461214" y="2246470"/>
              <a:ext cx="98095" cy="98095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25" name="Oval 324">
              <a:extLst>
                <a:ext uri="{FF2B5EF4-FFF2-40B4-BE49-F238E27FC236}">
                  <a16:creationId xmlns:a16="http://schemas.microsoft.com/office/drawing/2014/main" id="{ECCDC658-4B43-AB26-45B7-441224EB8D21}"/>
                </a:ext>
              </a:extLst>
            </p:cNvPr>
            <p:cNvSpPr/>
            <p:nvPr/>
          </p:nvSpPr>
          <p:spPr>
            <a:xfrm>
              <a:off x="9537294" y="2498359"/>
              <a:ext cx="98095" cy="98095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26" name="Oval 325">
              <a:extLst>
                <a:ext uri="{FF2B5EF4-FFF2-40B4-BE49-F238E27FC236}">
                  <a16:creationId xmlns:a16="http://schemas.microsoft.com/office/drawing/2014/main" id="{A5A4AC8D-9D9E-F33B-0996-B498DC06E9DB}"/>
                </a:ext>
              </a:extLst>
            </p:cNvPr>
            <p:cNvSpPr/>
            <p:nvPr/>
          </p:nvSpPr>
          <p:spPr>
            <a:xfrm>
              <a:off x="9421472" y="2451374"/>
              <a:ext cx="98095" cy="98095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27" name="Oval 326">
              <a:extLst>
                <a:ext uri="{FF2B5EF4-FFF2-40B4-BE49-F238E27FC236}">
                  <a16:creationId xmlns:a16="http://schemas.microsoft.com/office/drawing/2014/main" id="{A65D6EA9-F245-AC0F-6C3C-DE5DD7078203}"/>
                </a:ext>
              </a:extLst>
            </p:cNvPr>
            <p:cNvSpPr/>
            <p:nvPr/>
          </p:nvSpPr>
          <p:spPr>
            <a:xfrm>
              <a:off x="10021633" y="2573220"/>
              <a:ext cx="98095" cy="98095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28" name="Oval 327">
              <a:extLst>
                <a:ext uri="{FF2B5EF4-FFF2-40B4-BE49-F238E27FC236}">
                  <a16:creationId xmlns:a16="http://schemas.microsoft.com/office/drawing/2014/main" id="{484456C9-E501-4E16-4F64-21664B79BD83}"/>
                </a:ext>
              </a:extLst>
            </p:cNvPr>
            <p:cNvSpPr/>
            <p:nvPr/>
          </p:nvSpPr>
          <p:spPr>
            <a:xfrm>
              <a:off x="9834366" y="1956946"/>
              <a:ext cx="98095" cy="98095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29" name="Oval 328">
              <a:extLst>
                <a:ext uri="{FF2B5EF4-FFF2-40B4-BE49-F238E27FC236}">
                  <a16:creationId xmlns:a16="http://schemas.microsoft.com/office/drawing/2014/main" id="{E6318A75-6E41-35E4-8392-815C2D438DEE}"/>
                </a:ext>
              </a:extLst>
            </p:cNvPr>
            <p:cNvSpPr/>
            <p:nvPr/>
          </p:nvSpPr>
          <p:spPr>
            <a:xfrm>
              <a:off x="10082918" y="1926604"/>
              <a:ext cx="98095" cy="98095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30" name="Oval 329">
              <a:extLst>
                <a:ext uri="{FF2B5EF4-FFF2-40B4-BE49-F238E27FC236}">
                  <a16:creationId xmlns:a16="http://schemas.microsoft.com/office/drawing/2014/main" id="{36115181-27DB-D444-4099-B99285600EBE}"/>
                </a:ext>
              </a:extLst>
            </p:cNvPr>
            <p:cNvSpPr/>
            <p:nvPr/>
          </p:nvSpPr>
          <p:spPr>
            <a:xfrm>
              <a:off x="9580795" y="2221205"/>
              <a:ext cx="98095" cy="98095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31" name="Oval 330">
              <a:extLst>
                <a:ext uri="{FF2B5EF4-FFF2-40B4-BE49-F238E27FC236}">
                  <a16:creationId xmlns:a16="http://schemas.microsoft.com/office/drawing/2014/main" id="{C473210C-7D8A-2BF8-730D-60ACC20A3D04}"/>
                </a:ext>
              </a:extLst>
            </p:cNvPr>
            <p:cNvSpPr/>
            <p:nvPr/>
          </p:nvSpPr>
          <p:spPr>
            <a:xfrm>
              <a:off x="9845801" y="2288131"/>
              <a:ext cx="98095" cy="98095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32" name="Oval 331">
              <a:extLst>
                <a:ext uri="{FF2B5EF4-FFF2-40B4-BE49-F238E27FC236}">
                  <a16:creationId xmlns:a16="http://schemas.microsoft.com/office/drawing/2014/main" id="{9C72A6C4-DE5F-A499-166D-BFCB1AB67BA3}"/>
                </a:ext>
              </a:extLst>
            </p:cNvPr>
            <p:cNvSpPr/>
            <p:nvPr/>
          </p:nvSpPr>
          <p:spPr>
            <a:xfrm>
              <a:off x="9468184" y="2353279"/>
              <a:ext cx="98095" cy="98095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33" name="Oval 332">
              <a:extLst>
                <a:ext uri="{FF2B5EF4-FFF2-40B4-BE49-F238E27FC236}">
                  <a16:creationId xmlns:a16="http://schemas.microsoft.com/office/drawing/2014/main" id="{19F680F6-E0CE-026C-F1BA-9074F34321D8}"/>
                </a:ext>
              </a:extLst>
            </p:cNvPr>
            <p:cNvSpPr/>
            <p:nvPr/>
          </p:nvSpPr>
          <p:spPr>
            <a:xfrm>
              <a:off x="10095362" y="2321857"/>
              <a:ext cx="98095" cy="98095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34" name="Oval 333">
              <a:extLst>
                <a:ext uri="{FF2B5EF4-FFF2-40B4-BE49-F238E27FC236}">
                  <a16:creationId xmlns:a16="http://schemas.microsoft.com/office/drawing/2014/main" id="{DD83D6BE-6208-4902-59B1-C93C4393376E}"/>
                </a:ext>
              </a:extLst>
            </p:cNvPr>
            <p:cNvSpPr/>
            <p:nvPr/>
          </p:nvSpPr>
          <p:spPr>
            <a:xfrm>
              <a:off x="9552968" y="1894158"/>
              <a:ext cx="98095" cy="98095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336" name="Compressed AFM effect">
            <a:extLst>
              <a:ext uri="{FF2B5EF4-FFF2-40B4-BE49-F238E27FC236}">
                <a16:creationId xmlns:a16="http://schemas.microsoft.com/office/drawing/2014/main" id="{DE68B80D-3CD7-3A83-7342-95399C4464D9}"/>
              </a:ext>
            </a:extLst>
          </p:cNvPr>
          <p:cNvSpPr/>
          <p:nvPr/>
        </p:nvSpPr>
        <p:spPr>
          <a:xfrm>
            <a:off x="8978872" y="1005185"/>
            <a:ext cx="1607821" cy="1481149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544" name="Flame front">
            <a:extLst>
              <a:ext uri="{FF2B5EF4-FFF2-40B4-BE49-F238E27FC236}">
                <a16:creationId xmlns:a16="http://schemas.microsoft.com/office/drawing/2014/main" id="{1AC7F906-3CF9-1C16-395E-E615252695E9}"/>
              </a:ext>
            </a:extLst>
          </p:cNvPr>
          <p:cNvGrpSpPr/>
          <p:nvPr/>
        </p:nvGrpSpPr>
        <p:grpSpPr>
          <a:xfrm>
            <a:off x="8978872" y="-2600959"/>
            <a:ext cx="1607821" cy="3876044"/>
            <a:chOff x="8978871" y="-744661"/>
            <a:chExt cx="1607823" cy="2019745"/>
          </a:xfrm>
        </p:grpSpPr>
        <p:sp>
          <p:nvSpPr>
            <p:cNvPr id="543" name="Rectangle 542">
              <a:extLst>
                <a:ext uri="{FF2B5EF4-FFF2-40B4-BE49-F238E27FC236}">
                  <a16:creationId xmlns:a16="http://schemas.microsoft.com/office/drawing/2014/main" id="{D196EDB6-21BF-98FA-77DF-87C378432E34}"/>
                </a:ext>
              </a:extLst>
            </p:cNvPr>
            <p:cNvSpPr/>
            <p:nvPr/>
          </p:nvSpPr>
          <p:spPr>
            <a:xfrm>
              <a:off x="8978871" y="-744661"/>
              <a:ext cx="1607821" cy="158861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41" name="Flame front">
              <a:extLst>
                <a:ext uri="{FF2B5EF4-FFF2-40B4-BE49-F238E27FC236}">
                  <a16:creationId xmlns:a16="http://schemas.microsoft.com/office/drawing/2014/main" id="{3500089D-B270-B68C-FDAB-4CBA37A27219}"/>
                </a:ext>
              </a:extLst>
            </p:cNvPr>
            <p:cNvSpPr/>
            <p:nvPr/>
          </p:nvSpPr>
          <p:spPr>
            <a:xfrm rot="5400000">
              <a:off x="9145241" y="-166369"/>
              <a:ext cx="1275084" cy="1607822"/>
            </a:xfrm>
            <a:prstGeom prst="flowChartDelay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538" name="Cylinder head">
            <a:extLst>
              <a:ext uri="{FF2B5EF4-FFF2-40B4-BE49-F238E27FC236}">
                <a16:creationId xmlns:a16="http://schemas.microsoft.com/office/drawing/2014/main" id="{989F5A79-4046-4E52-6CE8-565B5B5C7525}"/>
              </a:ext>
            </a:extLst>
          </p:cNvPr>
          <p:cNvSpPr/>
          <p:nvPr/>
        </p:nvSpPr>
        <p:spPr>
          <a:xfrm rot="5400000">
            <a:off x="9298930" y="-1529775"/>
            <a:ext cx="1007696" cy="4067247"/>
          </a:xfrm>
          <a:prstGeom prst="rect">
            <a:avLst/>
          </a:prstGeom>
          <a:solidFill>
            <a:schemeClr val="bg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5" name="Intake port">
            <a:extLst>
              <a:ext uri="{FF2B5EF4-FFF2-40B4-BE49-F238E27FC236}">
                <a16:creationId xmlns:a16="http://schemas.microsoft.com/office/drawing/2014/main" id="{D08312EF-9298-4E37-8B96-2090091CAE61}"/>
              </a:ext>
            </a:extLst>
          </p:cNvPr>
          <p:cNvSpPr/>
          <p:nvPr/>
        </p:nvSpPr>
        <p:spPr>
          <a:xfrm rot="15379874">
            <a:off x="8154722" y="-267108"/>
            <a:ext cx="1422970" cy="1542680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46" name="Exhaust port">
            <a:extLst>
              <a:ext uri="{FF2B5EF4-FFF2-40B4-BE49-F238E27FC236}">
                <a16:creationId xmlns:a16="http://schemas.microsoft.com/office/drawing/2014/main" id="{88A5C9A3-636F-B3FF-9294-945D3754E292}"/>
              </a:ext>
            </a:extLst>
          </p:cNvPr>
          <p:cNvSpPr/>
          <p:nvPr/>
        </p:nvSpPr>
        <p:spPr>
          <a:xfrm rot="11724320">
            <a:off x="10065500" y="-326127"/>
            <a:ext cx="1422970" cy="1542680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grpSp>
        <p:nvGrpSpPr>
          <p:cNvPr id="59" name="Intake air effect">
            <a:extLst>
              <a:ext uri="{FF2B5EF4-FFF2-40B4-BE49-F238E27FC236}">
                <a16:creationId xmlns:a16="http://schemas.microsoft.com/office/drawing/2014/main" id="{8E06A94A-40F8-F2CA-51C9-B9424B7193F7}"/>
              </a:ext>
            </a:extLst>
          </p:cNvPr>
          <p:cNvGrpSpPr/>
          <p:nvPr/>
        </p:nvGrpSpPr>
        <p:grpSpPr>
          <a:xfrm rot="3066453">
            <a:off x="9345126" y="442729"/>
            <a:ext cx="651365" cy="1288246"/>
            <a:chOff x="6056402" y="870044"/>
            <a:chExt cx="1209184" cy="1710229"/>
          </a:xfrm>
        </p:grpSpPr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410312F4-4B16-8361-D847-9DB24529F3B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06820" y="1478816"/>
              <a:ext cx="411480" cy="379194"/>
            </a:xfrm>
            <a:prstGeom prst="line">
              <a:avLst/>
            </a:prstGeom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29D431F4-D518-4C94-2928-3094939DB47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57900" y="2043356"/>
              <a:ext cx="142875" cy="534744"/>
            </a:xfrm>
            <a:prstGeom prst="line">
              <a:avLst/>
            </a:prstGeom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5A2E27FE-197C-4DD5-307B-BABC811E66F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29337" y="2070100"/>
              <a:ext cx="113983" cy="510173"/>
            </a:xfrm>
            <a:prstGeom prst="line">
              <a:avLst/>
            </a:prstGeom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7C3DEB02-6C88-57FA-44B8-64BA43BA29E2}"/>
                </a:ext>
              </a:extLst>
            </p:cNvPr>
            <p:cNvCxnSpPr>
              <a:cxnSpLocks/>
            </p:cNvCxnSpPr>
            <p:nvPr/>
          </p:nvCxnSpPr>
          <p:spPr>
            <a:xfrm rot="18533547" flipH="1" flipV="1">
              <a:off x="6435318" y="1297003"/>
              <a:ext cx="1257228" cy="403309"/>
            </a:xfrm>
            <a:prstGeom prst="line">
              <a:avLst/>
            </a:prstGeom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7B86AE35-84AA-33BA-47A3-A87855949FCF}"/>
                </a:ext>
              </a:extLst>
            </p:cNvPr>
            <p:cNvCxnSpPr>
              <a:cxnSpLocks/>
            </p:cNvCxnSpPr>
            <p:nvPr/>
          </p:nvCxnSpPr>
          <p:spPr>
            <a:xfrm rot="18533547" flipH="1">
              <a:off x="6076517" y="2131787"/>
              <a:ext cx="372062" cy="412292"/>
            </a:xfrm>
            <a:prstGeom prst="line">
              <a:avLst/>
            </a:prstGeom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73" name="Injector nozzle">
            <a:extLst>
              <a:ext uri="{FF2B5EF4-FFF2-40B4-BE49-F238E27FC236}">
                <a16:creationId xmlns:a16="http://schemas.microsoft.com/office/drawing/2014/main" id="{F786047E-1805-BE10-7651-FD48CCADE59A}"/>
              </a:ext>
            </a:extLst>
          </p:cNvPr>
          <p:cNvSpPr/>
          <p:nvPr/>
        </p:nvSpPr>
        <p:spPr>
          <a:xfrm rot="19653819">
            <a:off x="8812544" y="34734"/>
            <a:ext cx="160246" cy="80728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4" name="Injector">
            <a:extLst>
              <a:ext uri="{FF2B5EF4-FFF2-40B4-BE49-F238E27FC236}">
                <a16:creationId xmlns:a16="http://schemas.microsoft.com/office/drawing/2014/main" id="{506244BF-7C3C-DF75-3BC7-240F3B9DEC1E}"/>
              </a:ext>
            </a:extLst>
          </p:cNvPr>
          <p:cNvSpPr/>
          <p:nvPr/>
        </p:nvSpPr>
        <p:spPr>
          <a:xfrm rot="19685778">
            <a:off x="9091068" y="754357"/>
            <a:ext cx="45719" cy="8384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110" name="Fuel injection effect">
            <a:extLst>
              <a:ext uri="{FF2B5EF4-FFF2-40B4-BE49-F238E27FC236}">
                <a16:creationId xmlns:a16="http://schemas.microsoft.com/office/drawing/2014/main" id="{95975A85-781B-5ADF-68BF-8EFE3AD5843D}"/>
              </a:ext>
            </a:extLst>
          </p:cNvPr>
          <p:cNvGrpSpPr/>
          <p:nvPr/>
        </p:nvGrpSpPr>
        <p:grpSpPr>
          <a:xfrm>
            <a:off x="9066508" y="776841"/>
            <a:ext cx="228552" cy="298530"/>
            <a:chOff x="9065836" y="799473"/>
            <a:chExt cx="228552" cy="298530"/>
          </a:xfrm>
        </p:grpSpPr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CEA77D01-76A3-23D4-C317-44B251160183}"/>
                </a:ext>
              </a:extLst>
            </p:cNvPr>
            <p:cNvCxnSpPr>
              <a:cxnSpLocks/>
            </p:cNvCxnSpPr>
            <p:nvPr/>
          </p:nvCxnSpPr>
          <p:spPr>
            <a:xfrm>
              <a:off x="9176789" y="831694"/>
              <a:ext cx="117599" cy="104417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7124D923-439A-CE24-6904-E02F070C14B7}"/>
                </a:ext>
              </a:extLst>
            </p:cNvPr>
            <p:cNvCxnSpPr>
              <a:cxnSpLocks/>
            </p:cNvCxnSpPr>
            <p:nvPr/>
          </p:nvCxnSpPr>
          <p:spPr>
            <a:xfrm>
              <a:off x="9175534" y="799473"/>
              <a:ext cx="82284" cy="38798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B6700BE9-6C0C-3AE4-E2DF-BF3C8797CA58}"/>
                </a:ext>
              </a:extLst>
            </p:cNvPr>
            <p:cNvCxnSpPr/>
            <p:nvPr/>
          </p:nvCxnSpPr>
          <p:spPr>
            <a:xfrm>
              <a:off x="9065836" y="892893"/>
              <a:ext cx="0" cy="20511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BCA365D-669F-1C91-EA6D-304E2C47F5DC}"/>
                </a:ext>
              </a:extLst>
            </p:cNvPr>
            <p:cNvCxnSpPr>
              <a:cxnSpLocks/>
            </p:cNvCxnSpPr>
            <p:nvPr/>
          </p:nvCxnSpPr>
          <p:spPr>
            <a:xfrm>
              <a:off x="9141157" y="892893"/>
              <a:ext cx="29104" cy="20511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6231179E-C51A-E696-D0E7-55C341CFAF4D}"/>
                </a:ext>
              </a:extLst>
            </p:cNvPr>
            <p:cNvCxnSpPr>
              <a:cxnSpLocks/>
            </p:cNvCxnSpPr>
            <p:nvPr/>
          </p:nvCxnSpPr>
          <p:spPr>
            <a:xfrm>
              <a:off x="9139867" y="859653"/>
              <a:ext cx="113923" cy="180744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Block">
            <a:extLst>
              <a:ext uri="{FF2B5EF4-FFF2-40B4-BE49-F238E27FC236}">
                <a16:creationId xmlns:a16="http://schemas.microsoft.com/office/drawing/2014/main" id="{A1E5701B-AC85-E023-FD0E-817C2352EAFE}"/>
              </a:ext>
            </a:extLst>
          </p:cNvPr>
          <p:cNvGrpSpPr/>
          <p:nvPr/>
        </p:nvGrpSpPr>
        <p:grpSpPr>
          <a:xfrm>
            <a:off x="7769157" y="1143217"/>
            <a:ext cx="4027253" cy="3738662"/>
            <a:chOff x="7769156" y="1138137"/>
            <a:chExt cx="4027253" cy="3738662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B66E96E-A988-5D71-5BF7-8D80CB156E90}"/>
                </a:ext>
              </a:extLst>
            </p:cNvPr>
            <p:cNvSpPr/>
            <p:nvPr/>
          </p:nvSpPr>
          <p:spPr>
            <a:xfrm>
              <a:off x="10580451" y="1138137"/>
              <a:ext cx="1215958" cy="3586263"/>
            </a:xfrm>
            <a:prstGeom prst="rect">
              <a:avLst/>
            </a:prstGeom>
            <a:solidFill>
              <a:schemeClr val="bg2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C0605FC-E7E4-1EAC-297A-13EFEAD86242}"/>
                </a:ext>
              </a:extLst>
            </p:cNvPr>
            <p:cNvSpPr/>
            <p:nvPr/>
          </p:nvSpPr>
          <p:spPr>
            <a:xfrm>
              <a:off x="7769156" y="1138137"/>
              <a:ext cx="1215958" cy="3738662"/>
            </a:xfrm>
            <a:prstGeom prst="rect">
              <a:avLst/>
            </a:prstGeom>
            <a:solidFill>
              <a:schemeClr val="bg2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3" name="Intake valve">
            <a:extLst>
              <a:ext uri="{FF2B5EF4-FFF2-40B4-BE49-F238E27FC236}">
                <a16:creationId xmlns:a16="http://schemas.microsoft.com/office/drawing/2014/main" id="{402EB4EF-02D7-ECE2-397E-7C6D769953CD}"/>
              </a:ext>
            </a:extLst>
          </p:cNvPr>
          <p:cNvGrpSpPr/>
          <p:nvPr/>
        </p:nvGrpSpPr>
        <p:grpSpPr>
          <a:xfrm rot="20710431">
            <a:off x="8932050" y="342333"/>
            <a:ext cx="763016" cy="784860"/>
            <a:chOff x="1614737" y="1614791"/>
            <a:chExt cx="1060424" cy="1144946"/>
          </a:xfrm>
          <a:solidFill>
            <a:schemeClr val="bg1">
              <a:lumMod val="95000"/>
              <a:lumOff val="5000"/>
            </a:schemeClr>
          </a:solidFill>
        </p:grpSpPr>
        <p:sp>
          <p:nvSpPr>
            <p:cNvPr id="24" name="Isosceles Triangle 23">
              <a:extLst>
                <a:ext uri="{FF2B5EF4-FFF2-40B4-BE49-F238E27FC236}">
                  <a16:creationId xmlns:a16="http://schemas.microsoft.com/office/drawing/2014/main" id="{9CB74DFF-5CD4-E281-5F35-B25C6234B6B6}"/>
                </a:ext>
              </a:extLst>
            </p:cNvPr>
            <p:cNvSpPr/>
            <p:nvPr/>
          </p:nvSpPr>
          <p:spPr>
            <a:xfrm>
              <a:off x="1614737" y="2609931"/>
              <a:ext cx="1060424" cy="149806"/>
            </a:xfrm>
            <a:prstGeom prst="triangle">
              <a:avLst/>
            </a:prstGeom>
            <a:grpFill/>
            <a:ln>
              <a:solidFill>
                <a:schemeClr val="bg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C903B57C-D581-312F-FB4D-8123A46D631F}"/>
                </a:ext>
              </a:extLst>
            </p:cNvPr>
            <p:cNvSpPr/>
            <p:nvPr/>
          </p:nvSpPr>
          <p:spPr>
            <a:xfrm>
              <a:off x="2052536" y="1614791"/>
              <a:ext cx="184826" cy="1070043"/>
            </a:xfrm>
            <a:prstGeom prst="rect">
              <a:avLst/>
            </a:prstGeom>
            <a:grpFill/>
            <a:ln>
              <a:solidFill>
                <a:schemeClr val="bg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31" name="Exhaust valve">
            <a:extLst>
              <a:ext uri="{FF2B5EF4-FFF2-40B4-BE49-F238E27FC236}">
                <a16:creationId xmlns:a16="http://schemas.microsoft.com/office/drawing/2014/main" id="{65B83964-D642-611A-5123-005DFA62C317}"/>
              </a:ext>
            </a:extLst>
          </p:cNvPr>
          <p:cNvGrpSpPr/>
          <p:nvPr/>
        </p:nvGrpSpPr>
        <p:grpSpPr>
          <a:xfrm rot="1018878">
            <a:off x="9992721" y="484607"/>
            <a:ext cx="649024" cy="642314"/>
            <a:chOff x="1614737" y="1614791"/>
            <a:chExt cx="1060424" cy="1144946"/>
          </a:xfrm>
          <a:solidFill>
            <a:schemeClr val="bg1">
              <a:lumMod val="95000"/>
              <a:lumOff val="5000"/>
            </a:schemeClr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955DBF99-B241-2CC4-70D3-AB7EECB1E832}"/>
                </a:ext>
              </a:extLst>
            </p:cNvPr>
            <p:cNvSpPr/>
            <p:nvPr/>
          </p:nvSpPr>
          <p:spPr>
            <a:xfrm>
              <a:off x="1614737" y="2609931"/>
              <a:ext cx="1060424" cy="149806"/>
            </a:xfrm>
            <a:prstGeom prst="triangle">
              <a:avLst/>
            </a:prstGeom>
            <a:grpFill/>
            <a:ln>
              <a:solidFill>
                <a:schemeClr val="bg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1F4CCA8A-13B9-8362-9922-DDA971B5E333}"/>
                </a:ext>
              </a:extLst>
            </p:cNvPr>
            <p:cNvSpPr/>
            <p:nvPr/>
          </p:nvSpPr>
          <p:spPr>
            <a:xfrm>
              <a:off x="2052536" y="1614791"/>
              <a:ext cx="184826" cy="1070043"/>
            </a:xfrm>
            <a:prstGeom prst="rect">
              <a:avLst/>
            </a:prstGeom>
            <a:grpFill/>
            <a:ln>
              <a:solidFill>
                <a:schemeClr val="bg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349" name="Piston">
            <a:extLst>
              <a:ext uri="{FF2B5EF4-FFF2-40B4-BE49-F238E27FC236}">
                <a16:creationId xmlns:a16="http://schemas.microsoft.com/office/drawing/2014/main" id="{443F9E34-7AD9-958A-A12E-5403847BD999}"/>
              </a:ext>
            </a:extLst>
          </p:cNvPr>
          <p:cNvGrpSpPr/>
          <p:nvPr/>
        </p:nvGrpSpPr>
        <p:grpSpPr>
          <a:xfrm>
            <a:off x="8978872" y="1300740"/>
            <a:ext cx="1601578" cy="1258111"/>
            <a:chOff x="8978872" y="1300740"/>
            <a:chExt cx="1601578" cy="1258111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33B8093-6223-0265-D533-2ADD95F3E887}"/>
                </a:ext>
              </a:extLst>
            </p:cNvPr>
            <p:cNvSpPr/>
            <p:nvPr/>
          </p:nvSpPr>
          <p:spPr>
            <a:xfrm>
              <a:off x="8985114" y="1300740"/>
              <a:ext cx="1595336" cy="1258111"/>
            </a:xfrm>
            <a:prstGeom prst="rect">
              <a:avLst/>
            </a:prstGeom>
            <a:solidFill>
              <a:schemeClr val="bg2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cxnSp>
          <p:nvCxnSpPr>
            <p:cNvPr id="345" name="Straight Connector 344">
              <a:extLst>
                <a:ext uri="{FF2B5EF4-FFF2-40B4-BE49-F238E27FC236}">
                  <a16:creationId xmlns:a16="http://schemas.microsoft.com/office/drawing/2014/main" id="{C6323A4E-2C96-3C8F-0502-68DFC7283D50}"/>
                </a:ext>
              </a:extLst>
            </p:cNvPr>
            <p:cNvCxnSpPr>
              <a:cxnSpLocks/>
            </p:cNvCxnSpPr>
            <p:nvPr/>
          </p:nvCxnSpPr>
          <p:spPr>
            <a:xfrm>
              <a:off x="8988357" y="1664970"/>
              <a:ext cx="158885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7" name="Straight Connector 346">
              <a:extLst>
                <a:ext uri="{FF2B5EF4-FFF2-40B4-BE49-F238E27FC236}">
                  <a16:creationId xmlns:a16="http://schemas.microsoft.com/office/drawing/2014/main" id="{DE4F3C4B-4B56-D14D-1785-E57BCFA0E119}"/>
                </a:ext>
              </a:extLst>
            </p:cNvPr>
            <p:cNvCxnSpPr>
              <a:cxnSpLocks/>
            </p:cNvCxnSpPr>
            <p:nvPr/>
          </p:nvCxnSpPr>
          <p:spPr>
            <a:xfrm>
              <a:off x="8978872" y="1570990"/>
              <a:ext cx="158885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8" name="Straight Connector 347">
              <a:extLst>
                <a:ext uri="{FF2B5EF4-FFF2-40B4-BE49-F238E27FC236}">
                  <a16:creationId xmlns:a16="http://schemas.microsoft.com/office/drawing/2014/main" id="{5CFD2080-518D-2903-A013-E89FF22D8348}"/>
                </a:ext>
              </a:extLst>
            </p:cNvPr>
            <p:cNvCxnSpPr>
              <a:cxnSpLocks/>
            </p:cNvCxnSpPr>
            <p:nvPr/>
          </p:nvCxnSpPr>
          <p:spPr>
            <a:xfrm>
              <a:off x="8988357" y="1482626"/>
              <a:ext cx="158885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6" name="Spark plug">
            <a:extLst>
              <a:ext uri="{FF2B5EF4-FFF2-40B4-BE49-F238E27FC236}">
                <a16:creationId xmlns:a16="http://schemas.microsoft.com/office/drawing/2014/main" id="{CABDB4C4-0A09-105F-6670-411894584890}"/>
              </a:ext>
            </a:extLst>
          </p:cNvPr>
          <p:cNvGrpSpPr/>
          <p:nvPr/>
        </p:nvGrpSpPr>
        <p:grpSpPr>
          <a:xfrm>
            <a:off x="9793596" y="445213"/>
            <a:ext cx="109070" cy="666594"/>
            <a:chOff x="6041465" y="1044544"/>
            <a:chExt cx="109070" cy="666594"/>
          </a:xfrm>
        </p:grpSpPr>
        <p:sp>
          <p:nvSpPr>
            <p:cNvPr id="533" name="Rectangle 532">
              <a:extLst>
                <a:ext uri="{FF2B5EF4-FFF2-40B4-BE49-F238E27FC236}">
                  <a16:creationId xmlns:a16="http://schemas.microsoft.com/office/drawing/2014/main" id="{E193F1E1-75C5-6E57-E6C4-F1BBB811A749}"/>
                </a:ext>
              </a:extLst>
            </p:cNvPr>
            <p:cNvSpPr/>
            <p:nvPr/>
          </p:nvSpPr>
          <p:spPr>
            <a:xfrm>
              <a:off x="6041465" y="1044544"/>
              <a:ext cx="109070" cy="547762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tx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34" name="Arrow: U-Turn 533">
              <a:extLst>
                <a:ext uri="{FF2B5EF4-FFF2-40B4-BE49-F238E27FC236}">
                  <a16:creationId xmlns:a16="http://schemas.microsoft.com/office/drawing/2014/main" id="{CDD28407-B840-9CE1-F166-FF8C134F3CC7}"/>
                </a:ext>
              </a:extLst>
            </p:cNvPr>
            <p:cNvSpPr/>
            <p:nvPr/>
          </p:nvSpPr>
          <p:spPr>
            <a:xfrm rot="5400000">
              <a:off x="6036584" y="1635275"/>
              <a:ext cx="118832" cy="32894"/>
            </a:xfrm>
            <a:prstGeom prst="uturnArrow">
              <a:avLst>
                <a:gd name="adj1" fmla="val 12174"/>
                <a:gd name="adj2" fmla="val 6449"/>
                <a:gd name="adj3" fmla="val 1000"/>
                <a:gd name="adj4" fmla="val 29131"/>
                <a:gd name="adj5" fmla="val 10000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</p:grpSp>
      <p:sp>
        <p:nvSpPr>
          <p:cNvPr id="542" name="Spark">
            <a:extLst>
              <a:ext uri="{FF2B5EF4-FFF2-40B4-BE49-F238E27FC236}">
                <a16:creationId xmlns:a16="http://schemas.microsoft.com/office/drawing/2014/main" id="{1185800B-876C-6015-EA05-43D636CA8900}"/>
              </a:ext>
            </a:extLst>
          </p:cNvPr>
          <p:cNvSpPr/>
          <p:nvPr/>
        </p:nvSpPr>
        <p:spPr>
          <a:xfrm>
            <a:off x="9714942" y="1014386"/>
            <a:ext cx="240108" cy="246603"/>
          </a:xfrm>
          <a:prstGeom prst="irregularSeal1">
            <a:avLst/>
          </a:prstGeom>
          <a:solidFill>
            <a:srgbClr val="0070C0"/>
          </a:solidFill>
          <a:ln>
            <a:solidFill>
              <a:schemeClr val="tx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45" name="Exhaust port">
            <a:extLst>
              <a:ext uri="{FF2B5EF4-FFF2-40B4-BE49-F238E27FC236}">
                <a16:creationId xmlns:a16="http://schemas.microsoft.com/office/drawing/2014/main" id="{C4A72A18-B8B3-1888-B4E5-A9D667BC218E}"/>
              </a:ext>
            </a:extLst>
          </p:cNvPr>
          <p:cNvSpPr/>
          <p:nvPr/>
        </p:nvSpPr>
        <p:spPr>
          <a:xfrm rot="11724320">
            <a:off x="10065500" y="-326127"/>
            <a:ext cx="1422970" cy="1542680"/>
          </a:xfrm>
          <a:prstGeom prst="diagStrip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546" name="INTAKE TEXT">
            <a:extLst>
              <a:ext uri="{FF2B5EF4-FFF2-40B4-BE49-F238E27FC236}">
                <a16:creationId xmlns:a16="http://schemas.microsoft.com/office/drawing/2014/main" id="{54FE017E-5210-7A1B-D0AC-E388A433EDFE}"/>
              </a:ext>
            </a:extLst>
          </p:cNvPr>
          <p:cNvSpPr txBox="1"/>
          <p:nvPr/>
        </p:nvSpPr>
        <p:spPr>
          <a:xfrm>
            <a:off x="1703266" y="979375"/>
            <a:ext cx="5409694" cy="60631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Intake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Intake valve opens to let in air from the intake manifold.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Downwards stroke of the piston creates a vacuum, sucking in air and fuel &amp; mixing them in the combustion chamber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Air contains oxygen, which will react with the fuel to create a combustion reaction later 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Fuel is injected at the stage where valve opens for port injected engines.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For direct injected engines , fuel is injected a bit later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THIS IS NOT A DIESEL ENGINE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Valve closes when or just before the piston reaches bottom dead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000" dirty="0"/>
          </a:p>
        </p:txBody>
      </p:sp>
      <p:sp>
        <p:nvSpPr>
          <p:cNvPr id="549" name="COMPRESSION TEXT">
            <a:extLst>
              <a:ext uri="{FF2B5EF4-FFF2-40B4-BE49-F238E27FC236}">
                <a16:creationId xmlns:a16="http://schemas.microsoft.com/office/drawing/2014/main" id="{7C076FF0-E154-7DF4-43D0-BA9FD34C24B0}"/>
              </a:ext>
            </a:extLst>
          </p:cNvPr>
          <p:cNvSpPr txBox="1"/>
          <p:nvPr/>
        </p:nvSpPr>
        <p:spPr>
          <a:xfrm>
            <a:off x="1831865" y="1071708"/>
            <a:ext cx="5948126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Compression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During compression all the valves are closed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In the sealed chamber, the piston moves upwards to top dead </a:t>
            </a:r>
            <a:r>
              <a:rPr lang="en-GB" sz="2000" dirty="0" err="1"/>
              <a:t>center</a:t>
            </a:r>
            <a:r>
              <a:rPr lang="en-GB" sz="2000" dirty="0"/>
              <a:t>(TDC).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This compresses the air fuel mixture(AFM), pressurising  and heating the </a:t>
            </a:r>
            <a:r>
              <a:rPr lang="en-GB" sz="2000" dirty="0" err="1"/>
              <a:t>AFM.This</a:t>
            </a:r>
            <a:r>
              <a:rPr lang="en-GB" sz="2000" dirty="0"/>
              <a:t> will make the combustion more powerful and efficient.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If the compression results in too hot of a mixture, premature detonation can occur, causing damage.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The spark plug may ignite the AFM before the piston reached TDC(NOTE TO SELF – EXPLAIN)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 dirty="0"/>
          </a:p>
          <a:p>
            <a:endParaRPr lang="en-GB" sz="2800" dirty="0"/>
          </a:p>
        </p:txBody>
      </p:sp>
      <p:sp>
        <p:nvSpPr>
          <p:cNvPr id="550" name="COMBUSTION TEXT">
            <a:extLst>
              <a:ext uri="{FF2B5EF4-FFF2-40B4-BE49-F238E27FC236}">
                <a16:creationId xmlns:a16="http://schemas.microsoft.com/office/drawing/2014/main" id="{3AFEDFA0-9EF7-8606-7F9A-A4EF1EF0912D}"/>
              </a:ext>
            </a:extLst>
          </p:cNvPr>
          <p:cNvSpPr txBox="1"/>
          <p:nvPr/>
        </p:nvSpPr>
        <p:spPr>
          <a:xfrm>
            <a:off x="1605307" y="979375"/>
            <a:ext cx="6123857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Combustion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The flame front will reach the piston surface and apply pressure to it, generating torque.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If the flame front reaches the piston before it goes past TDC or just at TDC, that is called knock and that can damage the engine.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Knock prevention includes either increasing the amount of fuel added or making ignition timing later.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It is important that the flame front touches down on the piston some 10 degrees after TDC, otherwise it will stress the components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The flame front moves at the local speed of sound (defined by temperature, and the composition of the AFM) generally speaking, higher cylinder pressures lead to higher speed of sound</a:t>
            </a:r>
          </a:p>
        </p:txBody>
      </p:sp>
      <p:sp>
        <p:nvSpPr>
          <p:cNvPr id="551" name="EXHAUST TEXT">
            <a:extLst>
              <a:ext uri="{FF2B5EF4-FFF2-40B4-BE49-F238E27FC236}">
                <a16:creationId xmlns:a16="http://schemas.microsoft.com/office/drawing/2014/main" id="{4E3B2022-DD22-D40C-8372-0FCA0E486BB5}"/>
              </a:ext>
            </a:extLst>
          </p:cNvPr>
          <p:cNvSpPr txBox="1"/>
          <p:nvPr/>
        </p:nvSpPr>
        <p:spPr>
          <a:xfrm>
            <a:off x="1804175" y="1080989"/>
            <a:ext cx="5301205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Exhaust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000" dirty="0"/>
              <a:t>The exhaust valve opens and lets the leftover gases to escape, as they can no longer be used for combustion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000" dirty="0"/>
              <a:t>The piston moves upwards and helps push the gases outwards.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000" dirty="0"/>
              <a:t>When the piston reaches TDC, the exhaust valve closes and the chamber is once again sealed.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000" dirty="0"/>
              <a:t>Intake happens again after this</a:t>
            </a:r>
          </a:p>
        </p:txBody>
      </p:sp>
      <p:sp>
        <p:nvSpPr>
          <p:cNvPr id="552" name="TextBox 551">
            <a:extLst>
              <a:ext uri="{FF2B5EF4-FFF2-40B4-BE49-F238E27FC236}">
                <a16:creationId xmlns:a16="http://schemas.microsoft.com/office/drawing/2014/main" id="{54D7A9ED-202F-4EA2-3F98-F18538242ABB}"/>
              </a:ext>
            </a:extLst>
          </p:cNvPr>
          <p:cNvSpPr txBox="1"/>
          <p:nvPr/>
        </p:nvSpPr>
        <p:spPr>
          <a:xfrm>
            <a:off x="7850221" y="5252936"/>
            <a:ext cx="30739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Cheatsheet</a:t>
            </a:r>
            <a:endParaRPr lang="en-GB" dirty="0"/>
          </a:p>
          <a:p>
            <a:r>
              <a:rPr lang="en-GB" dirty="0"/>
              <a:t>AFM - Air Fuel Mixture</a:t>
            </a:r>
          </a:p>
          <a:p>
            <a:r>
              <a:rPr lang="en-GB" dirty="0"/>
              <a:t>TDC - Top dead </a:t>
            </a:r>
            <a:r>
              <a:rPr lang="en-GB" dirty="0" err="1"/>
              <a:t>center</a:t>
            </a:r>
            <a:endParaRPr lang="en-GB" dirty="0"/>
          </a:p>
          <a:p>
            <a:r>
              <a:rPr lang="en-GB" dirty="0"/>
              <a:t>BDC - Bottom dead </a:t>
            </a:r>
            <a:r>
              <a:rPr lang="en-GB" dirty="0" err="1"/>
              <a:t>center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23794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6 4.07407E-6 L 0.00508 0.02986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7" y="1481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9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xit" presetSubtype="32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11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7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2000"/>
                                        <p:tgtEl>
                                          <p:spTgt spid="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0 L -3.33333E-6 0.25 " pathEditMode="relative" rAng="0" ptsTypes="AA">
                                      <p:cBhvr>
                                        <p:cTn id="23" dur="2000" fill="hold"/>
                                        <p:tgtEl>
                                          <p:spTgt spid="3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7" dur="2000"/>
                                        <p:tgtEl>
                                          <p:spTgt spid="3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2" presetClass="path" presetSubtype="0" decel="45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0 L -3.33333E-6 0.25 " pathEditMode="relative" rAng="0" ptsTypes="AA">
                                      <p:cBhvr>
                                        <p:cTn id="37" dur="2000" spd="-100000" fill="hold"/>
                                        <p:tgtEl>
                                          <p:spTgt spid="3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0 L -3.33333E-6 0.25 " pathEditMode="relative" rAng="0" ptsTypes="AA">
                                      <p:cBhvr>
                                        <p:cTn id="48" dur="2000" fill="hold"/>
                                        <p:tgtEl>
                                          <p:spTgt spid="3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-2.22222E-6 L -3.95833E-6 0.37778 " pathEditMode="relative" rAng="0" ptsTypes="AA">
                                      <p:cBhvr>
                                        <p:cTn id="54" dur="1500" fill="hold"/>
                                        <p:tgtEl>
                                          <p:spTgt spid="5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0324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0 L -3.33333E-6 0.25 " pathEditMode="relative" rAng="0" ptsTypes="AA">
                                      <p:cBhvr>
                                        <p:cTn id="60" dur="2000" spd="-100000" fill="hold"/>
                                        <p:tgtEl>
                                          <p:spTgt spid="3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  <p:par>
                                <p:cTn id="6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42" presetClass="path" presetSubtype="0" accel="50370" decel="4963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5833E-6 -1.11111E-6 L -0.00573 0.02917 " pathEditMode="relative" rAng="0" ptsTypes="AA">
                                      <p:cBhvr>
                                        <p:cTn id="64" dur="13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6" y="1458"/>
                                    </p:animMotion>
                                  </p:childTnLst>
                                </p:cTn>
                              </p:par>
                              <p:par>
                                <p:cTn id="65" presetID="42" presetClass="path" presetSubtype="0" accel="50000" decel="50000" fill="hold" nodeType="withEffect">
                                  <p:stCondLst>
                                    <p:cond delay="1350"/>
                                  </p:stCondLst>
                                  <p:childTnLst>
                                    <p:animMotion origin="layout" path="M -3.95833E-6 -1.11111E-6 L -0.00573 0.02917 " pathEditMode="relative" rAng="0" ptsTypes="AA">
                                      <p:cBhvr>
                                        <p:cTn id="66" dur="500" spd="-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6" y="1458"/>
                                    </p:animMotion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xit" presetSubtype="8" fill="hold" grpId="1" nodeType="withEffect">
                                  <p:stCondLst>
                                    <p:cond delay="135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71" dur="500"/>
                                        <p:tgtEl>
                                          <p:spTgt spid="5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74" dur="1000"/>
                                        <p:tgtEl>
                                          <p:spTgt spid="5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6" grpId="0" animBg="1"/>
      <p:bldP spid="336" grpId="1" animBg="1"/>
      <p:bldP spid="542" grpId="0" animBg="1"/>
      <p:bldP spid="542" grpId="1" animBg="1"/>
      <p:bldP spid="545" grpId="0" animBg="1"/>
      <p:bldP spid="545" grpId="1" animBg="1"/>
      <p:bldP spid="546" grpId="0"/>
      <p:bldP spid="549" grpId="0"/>
      <p:bldP spid="549" grpId="1"/>
      <p:bldP spid="550" grpId="0"/>
      <p:bldP spid="550" grpId="1"/>
      <p:bldP spid="55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40551-4A7D-B841-1F12-FF9F40B33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0706" y="685800"/>
            <a:ext cx="9742318" cy="1752599"/>
          </a:xfrm>
        </p:spPr>
        <p:txBody>
          <a:bodyPr>
            <a:normAutofit/>
          </a:bodyPr>
          <a:lstStyle/>
          <a:p>
            <a:r>
              <a:rPr lang="en-GB"/>
              <a:t>Things I did not talk about</a:t>
            </a:r>
            <a:endParaRPr lang="en-GB" dirty="0"/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4BBA67F7-462C-7954-1B9C-FCD084C9D58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39944355"/>
              </p:ext>
            </p:extLst>
          </p:nvPr>
        </p:nvGraphicFramePr>
        <p:xfrm>
          <a:off x="1760705" y="2694562"/>
          <a:ext cx="9742319" cy="309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312609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BAF30-C91D-401C-AFCF-D811DB373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6053999" cy="1752599"/>
          </a:xfrm>
        </p:spPr>
        <p:txBody>
          <a:bodyPr/>
          <a:lstStyle/>
          <a:p>
            <a:r>
              <a:rPr lang="en-GB" dirty="0"/>
              <a:t>Cool, now some cool engine stuff.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DBE0FC-ECE8-BF58-8824-66E4796E1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1" y="2666999"/>
            <a:ext cx="6027660" cy="3124201"/>
          </a:xfrm>
        </p:spPr>
        <p:txBody>
          <a:bodyPr/>
          <a:lstStyle/>
          <a:p>
            <a:r>
              <a:rPr lang="en-GB" dirty="0"/>
              <a:t>Oil = lifeblood</a:t>
            </a:r>
          </a:p>
          <a:p>
            <a:r>
              <a:rPr lang="en-GB" dirty="0"/>
              <a:t>Piston rings</a:t>
            </a:r>
          </a:p>
          <a:p>
            <a:r>
              <a:rPr lang="en-GB" dirty="0"/>
              <a:t>Cross hatching</a:t>
            </a:r>
          </a:p>
          <a:p>
            <a:r>
              <a:rPr lang="en-GB" dirty="0"/>
              <a:t>Oiling </a:t>
            </a:r>
          </a:p>
          <a:p>
            <a:r>
              <a:rPr lang="en-GB" dirty="0"/>
              <a:t>Thrust bearings</a:t>
            </a:r>
          </a:p>
        </p:txBody>
      </p:sp>
      <p:pic>
        <p:nvPicPr>
          <p:cNvPr id="1028" name="Picture 4" descr="The structure of the lubrication system: 1-oil pump, 2-oil drain cover, 3-oil receiver, 4-reservoir valve, 5-oil channel, 6-plug, 7-oil sensor, 8-oil stove tap, 9-oil stove, 10-oil filter.">
            <a:extLst>
              <a:ext uri="{FF2B5EF4-FFF2-40B4-BE49-F238E27FC236}">
                <a16:creationId xmlns:a16="http://schemas.microsoft.com/office/drawing/2014/main" id="{437A2DC2-D7BE-4711-34E4-C7AF07723E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7166" y="2438399"/>
            <a:ext cx="3863430" cy="3318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96620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DDA781-25E5-E4FC-C3B4-EDE780F12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63" name="Group 2062">
            <a:extLst>
              <a:ext uri="{FF2B5EF4-FFF2-40B4-BE49-F238E27FC236}">
                <a16:creationId xmlns:a16="http://schemas.microsoft.com/office/drawing/2014/main" id="{3C97D866-0F77-45DF-8EB7-C3D116B328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2064" name="Freeform 6">
              <a:extLst>
                <a:ext uri="{FF2B5EF4-FFF2-40B4-BE49-F238E27FC236}">
                  <a16:creationId xmlns:a16="http://schemas.microsoft.com/office/drawing/2014/main" id="{4F9B1DE5-8736-46A8-986F-7D93EABD78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065" name="Freeform 7">
              <a:extLst>
                <a:ext uri="{FF2B5EF4-FFF2-40B4-BE49-F238E27FC236}">
                  <a16:creationId xmlns:a16="http://schemas.microsoft.com/office/drawing/2014/main" id="{DEF5C121-2BFC-4684-A8AE-AAC74878E8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066" name="Freeform 8">
              <a:extLst>
                <a:ext uri="{FF2B5EF4-FFF2-40B4-BE49-F238E27FC236}">
                  <a16:creationId xmlns:a16="http://schemas.microsoft.com/office/drawing/2014/main" id="{8DDBAAB4-8BAF-4FAB-99AC-C59B579A0B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067" name="Freeform 9">
              <a:extLst>
                <a:ext uri="{FF2B5EF4-FFF2-40B4-BE49-F238E27FC236}">
                  <a16:creationId xmlns:a16="http://schemas.microsoft.com/office/drawing/2014/main" id="{195B7BE3-689C-4566-858A-873632B1BC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068" name="Freeform 10">
              <a:extLst>
                <a:ext uri="{FF2B5EF4-FFF2-40B4-BE49-F238E27FC236}">
                  <a16:creationId xmlns:a16="http://schemas.microsoft.com/office/drawing/2014/main" id="{5220C0B1-373C-427C-85C1-E40FC7A9D1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069" name="Freeform 11">
              <a:extLst>
                <a:ext uri="{FF2B5EF4-FFF2-40B4-BE49-F238E27FC236}">
                  <a16:creationId xmlns:a16="http://schemas.microsoft.com/office/drawing/2014/main" id="{66BCB563-408A-4114-85A8-266D3943E8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2071" name="Rectangle 2070">
            <a:extLst>
              <a:ext uri="{FF2B5EF4-FFF2-40B4-BE49-F238E27FC236}">
                <a16:creationId xmlns:a16="http://schemas.microsoft.com/office/drawing/2014/main" id="{36647C42-73D7-478F-A969-DA23176954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3" name="Rectangle 2072">
            <a:extLst>
              <a:ext uri="{FF2B5EF4-FFF2-40B4-BE49-F238E27FC236}">
                <a16:creationId xmlns:a16="http://schemas.microsoft.com/office/drawing/2014/main" id="{A0C4D177-2C36-49F1-9A68-6EC52B5AD0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6735907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8" name="Picture 10">
            <a:extLst>
              <a:ext uri="{FF2B5EF4-FFF2-40B4-BE49-F238E27FC236}">
                <a16:creationId xmlns:a16="http://schemas.microsoft.com/office/drawing/2014/main" id="{7E966789-87EF-9AD6-5885-381857C652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3467" y="1158263"/>
            <a:ext cx="6419044" cy="4541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75" name="Rectangle 2074">
            <a:extLst>
              <a:ext uri="{FF2B5EF4-FFF2-40B4-BE49-F238E27FC236}">
                <a16:creationId xmlns:a16="http://schemas.microsoft.com/office/drawing/2014/main" id="{FF963F60-0F57-42CE-985C-7FE176FD9B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73787" y="480060"/>
            <a:ext cx="4341200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8C4DD666-25E5-1F59-7B3F-4241BFEAFF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2028" y="1084673"/>
            <a:ext cx="3564718" cy="49637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7697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3F5DD-00BF-1BFC-4F50-128C86A0E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Question time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19AE8E-A488-43F1-C645-2CBAB3C440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1" y="2698530"/>
            <a:ext cx="10018713" cy="31242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4000" dirty="0"/>
              <a:t>There is a lot to take in. If you have a question, ask it. If nobody wants to ask any questions, ask me what my favourite ice cream flavour is to break the ice (pun not intended).</a:t>
            </a:r>
          </a:p>
        </p:txBody>
      </p:sp>
    </p:spTree>
    <p:extLst>
      <p:ext uri="{BB962C8B-B14F-4D97-AF65-F5344CB8AC3E}">
        <p14:creationId xmlns:p14="http://schemas.microsoft.com/office/powerpoint/2010/main" val="295214880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BC1C1C"/>
      </a:accent1>
      <a:accent2>
        <a:srgbClr val="F67534"/>
      </a:accent2>
      <a:accent3>
        <a:srgbClr val="EAAC35"/>
      </a:accent3>
      <a:accent4>
        <a:srgbClr val="9BAF68"/>
      </a:accent4>
      <a:accent5>
        <a:srgbClr val="68B9A6"/>
      </a:accent5>
      <a:accent6>
        <a:srgbClr val="50B1D4"/>
      </a:accent6>
      <a:hlink>
        <a:srgbClr val="E46416"/>
      </a:hlink>
      <a:folHlink>
        <a:srgbClr val="EE9340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93B4CCAC-FD5A-4D59-B1AC-EAF45910B5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332</TotalTime>
  <Words>518</Words>
  <Application>Microsoft Office PowerPoint</Application>
  <PresentationFormat>Widescreen</PresentationFormat>
  <Paragraphs>55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Arial</vt:lpstr>
      <vt:lpstr>Corbel</vt:lpstr>
      <vt:lpstr>Wingdings</vt:lpstr>
      <vt:lpstr>Parallax</vt:lpstr>
      <vt:lpstr>Fun car stuff</vt:lpstr>
      <vt:lpstr>Engine</vt:lpstr>
      <vt:lpstr>PowerPoint Presentation</vt:lpstr>
      <vt:lpstr>Things I did not talk about</vt:lpstr>
      <vt:lpstr>Cool, now some cool engine stuff.</vt:lpstr>
      <vt:lpstr>PowerPoint Presentation</vt:lpstr>
      <vt:lpstr>Question time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Nikita Borodins</dc:creator>
  <cp:lastModifiedBy>Nikita Borodins</cp:lastModifiedBy>
  <cp:revision>7</cp:revision>
  <dcterms:created xsi:type="dcterms:W3CDTF">2026-02-04T09:04:57Z</dcterms:created>
  <dcterms:modified xsi:type="dcterms:W3CDTF">2026-02-12T14:34:57Z</dcterms:modified>
</cp:coreProperties>
</file>