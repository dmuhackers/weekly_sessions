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59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Lloyd" userId="288706cc5fc1a7f9" providerId="LiveId" clId="{FD3A4A34-CF4B-4C01-9476-95193FBC9883}"/>
    <pc:docChg chg="undo custSel modSld">
      <pc:chgData name="Josh Lloyd" userId="288706cc5fc1a7f9" providerId="LiveId" clId="{FD3A4A34-CF4B-4C01-9476-95193FBC9883}" dt="2026-02-12T13:13:24.494" v="134" actId="20577"/>
      <pc:docMkLst>
        <pc:docMk/>
      </pc:docMkLst>
      <pc:sldChg chg="modSp mod">
        <pc:chgData name="Josh Lloyd" userId="288706cc5fc1a7f9" providerId="LiveId" clId="{FD3A4A34-CF4B-4C01-9476-95193FBC9883}" dt="2026-02-12T13:13:24.494" v="134" actId="20577"/>
        <pc:sldMkLst>
          <pc:docMk/>
          <pc:sldMk cId="2042607711" sldId="261"/>
        </pc:sldMkLst>
        <pc:spChg chg="mod">
          <ac:chgData name="Josh Lloyd" userId="288706cc5fc1a7f9" providerId="LiveId" clId="{FD3A4A34-CF4B-4C01-9476-95193FBC9883}" dt="2026-02-12T13:13:24.494" v="134" actId="20577"/>
          <ac:spMkLst>
            <pc:docMk/>
            <pc:sldMk cId="2042607711" sldId="261"/>
            <ac:spMk id="4" creationId="{F773E9C2-B6BF-0F14-E144-2206A67069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A5BA-FFC1-4D75-A3CC-586D93F9EA00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D368-4278-41D9-BCFA-4C5C73860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8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A5BA-FFC1-4D75-A3CC-586D93F9EA00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D368-4278-41D9-BCFA-4C5C73860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95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A5BA-FFC1-4D75-A3CC-586D93F9EA00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D368-4278-41D9-BCFA-4C5C73860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787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A5BA-FFC1-4D75-A3CC-586D93F9EA00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D368-4278-41D9-BCFA-4C5C73860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77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A5BA-FFC1-4D75-A3CC-586D93F9EA00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D368-4278-41D9-BCFA-4C5C73860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685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A5BA-FFC1-4D75-A3CC-586D93F9EA00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D368-4278-41D9-BCFA-4C5C73860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885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A5BA-FFC1-4D75-A3CC-586D93F9EA00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D368-4278-41D9-BCFA-4C5C73860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70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A5BA-FFC1-4D75-A3CC-586D93F9EA00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D368-4278-41D9-BCFA-4C5C73860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672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A5BA-FFC1-4D75-A3CC-586D93F9EA00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D368-4278-41D9-BCFA-4C5C73860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282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A5BA-FFC1-4D75-A3CC-586D93F9EA00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D368-4278-41D9-BCFA-4C5C73860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484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0A5BA-FFC1-4D75-A3CC-586D93F9EA00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D368-4278-41D9-BCFA-4C5C73860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38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500A5BA-FFC1-4D75-A3CC-586D93F9EA00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825D368-4278-41D9-BCFA-4C5C73860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6473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247C-EF31-AEDB-545E-751A0B317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8686" y="1361246"/>
            <a:ext cx="4818290" cy="2671936"/>
          </a:xfrm>
        </p:spPr>
        <p:txBody>
          <a:bodyPr>
            <a:normAutofit fontScale="90000"/>
          </a:bodyPr>
          <a:lstStyle/>
          <a:p>
            <a:pPr algn="r"/>
            <a:r>
              <a:rPr lang="en-GB" sz="7200" dirty="0"/>
              <a:t>Networking and why you need OCD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6C74F-30A1-D89A-DD83-4AE27790C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5776" y="4414180"/>
            <a:ext cx="4821199" cy="884538"/>
          </a:xfrm>
        </p:spPr>
        <p:txBody>
          <a:bodyPr>
            <a:normAutofit/>
          </a:bodyPr>
          <a:lstStyle/>
          <a:p>
            <a:pPr algn="r"/>
            <a:r>
              <a:rPr lang="en-GB" dirty="0"/>
              <a:t>By Josh (future Chairman with great social skills)</a:t>
            </a:r>
          </a:p>
        </p:txBody>
      </p:sp>
      <p:pic>
        <p:nvPicPr>
          <p:cNvPr id="1026" name="Picture 2" descr="Lakitu's Cloud - Super Mario Wiki, the ...">
            <a:extLst>
              <a:ext uri="{FF2B5EF4-FFF2-40B4-BE49-F238E27FC236}">
                <a16:creationId xmlns:a16="http://schemas.microsoft.com/office/drawing/2014/main" id="{2741FA9C-06A5-BCE3-24FB-1A530035F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1" r="1" b="1"/>
          <a:stretch>
            <a:fillRect/>
          </a:stretch>
        </p:blipFill>
        <p:spPr bwMode="auto">
          <a:xfrm>
            <a:off x="827088" y="1498600"/>
            <a:ext cx="5260975" cy="4707593"/>
          </a:xfrm>
          <a:custGeom>
            <a:avLst/>
            <a:gdLst/>
            <a:ahLst/>
            <a:cxnLst/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3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3" y="3748498"/>
                  <a:pt x="4977440" y="3752627"/>
                </a:cubicBezTo>
                <a:cubicBezTo>
                  <a:pt x="4964094" y="3761268"/>
                  <a:pt x="4949499" y="3768277"/>
                  <a:pt x="4935193" y="3775382"/>
                </a:cubicBezTo>
                <a:cubicBezTo>
                  <a:pt x="4922903" y="3781431"/>
                  <a:pt x="4909845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6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1" y="4077254"/>
                  <a:pt x="4512727" y="4081479"/>
                  <a:pt x="4502549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2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noFill/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407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1971B-A707-D684-B9C4-A92CB6D40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I mean by networking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E2EDE-CF80-F913-8817-584DFFEAD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Basically how everything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Each network uses a combination of switches and routers and probably WAPs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Like everything, they like to break very often for no reason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CABLE MANAGEMENT IS A MUST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IPv4 is standard, we pretend IPv6 doesn’t exist, its hard to configure and stinky to use</a:t>
            </a:r>
          </a:p>
        </p:txBody>
      </p:sp>
      <p:pic>
        <p:nvPicPr>
          <p:cNvPr id="2050" name="Picture 2" descr="Server Room Cable Management Nightmares ...">
            <a:extLst>
              <a:ext uri="{FF2B5EF4-FFF2-40B4-BE49-F238E27FC236}">
                <a16:creationId xmlns:a16="http://schemas.microsoft.com/office/drawing/2014/main" id="{D54C2845-65AE-2114-0083-24341EA5C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075" y="1882299"/>
            <a:ext cx="2855012" cy="3811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184DB0-D743-1FEF-C68B-A512844C255F}"/>
              </a:ext>
            </a:extLst>
          </p:cNvPr>
          <p:cNvSpPr txBox="1"/>
          <p:nvPr/>
        </p:nvSpPr>
        <p:spPr>
          <a:xfrm>
            <a:off x="5784634" y="1512967"/>
            <a:ext cx="2468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You:</a:t>
            </a:r>
          </a:p>
        </p:txBody>
      </p:sp>
      <p:pic>
        <p:nvPicPr>
          <p:cNvPr id="2054" name="Picture 6" descr="Server Room Cable Management Best Practices - CORE Cabling">
            <a:extLst>
              <a:ext uri="{FF2B5EF4-FFF2-40B4-BE49-F238E27FC236}">
                <a16:creationId xmlns:a16="http://schemas.microsoft.com/office/drawing/2014/main" id="{108BBF7B-70B6-12D2-E467-2111F1F25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646" y="1797399"/>
            <a:ext cx="2986041" cy="398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1914AB-0A75-ED0A-713F-C62F6E9EB1A3}"/>
              </a:ext>
            </a:extLst>
          </p:cNvPr>
          <p:cNvSpPr txBox="1"/>
          <p:nvPr/>
        </p:nvSpPr>
        <p:spPr>
          <a:xfrm>
            <a:off x="8750511" y="1079213"/>
            <a:ext cx="2764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guy she tells you not to worry about:</a:t>
            </a:r>
          </a:p>
        </p:txBody>
      </p:sp>
    </p:spTree>
    <p:extLst>
      <p:ext uri="{BB962C8B-B14F-4D97-AF65-F5344CB8AC3E}">
        <p14:creationId xmlns:p14="http://schemas.microsoft.com/office/powerpoint/2010/main" val="3510498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5FB5A-5856-5C1C-5735-E004CA5FC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cool parts of networking: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597EE-3F53-6047-CFFD-60A3374EE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Sectioning off parts to give you more security (VLANs, Subnets)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Feeling like you’ve done adult </a:t>
            </a:r>
            <a:r>
              <a:rPr lang="en-GB" dirty="0" err="1"/>
              <a:t>lego</a:t>
            </a:r>
            <a:r>
              <a:rPr lang="en-GB" dirty="0"/>
              <a:t> when it’s complete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Having control and visualisation over every single part of your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Having to fight the erg to buy shiny new equipment when you don’t need 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Attracts your preferred gender at your epic computer skills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Host own servers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3074" name="Picture 2" descr="I Need It Spongebob GIFs | Tenor">
            <a:extLst>
              <a:ext uri="{FF2B5EF4-FFF2-40B4-BE49-F238E27FC236}">
                <a16:creationId xmlns:a16="http://schemas.microsoft.com/office/drawing/2014/main" id="{FBF1F55C-228D-C35A-85DC-E5BE15B4F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6305" y="2405167"/>
            <a:ext cx="3183615" cy="238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niFi Switching - Ubiquiti">
            <a:extLst>
              <a:ext uri="{FF2B5EF4-FFF2-40B4-BE49-F238E27FC236}">
                <a16:creationId xmlns:a16="http://schemas.microsoft.com/office/drawing/2014/main" id="{9E57F833-4A1A-87C0-1288-20E2359AC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046" y="2563688"/>
            <a:ext cx="3932237" cy="206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268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C8BA-6796-0162-F584-DF36782E5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Downsides: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94EC2-C2EE-3B4C-8E95-30C41D75B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MONEY (please give me some so I can buy more networking gear)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 takes a lot of space, so girlfriends normally say no </a:t>
            </a:r>
            <a:r>
              <a:rPr lang="en-GB" dirty="0">
                <a:sym typeface="Wingdings" panose="05000000000000000000" pitchFamily="2" charset="2"/>
              </a:rPr>
              <a:t>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They take time to maintain and keep running effectively and smoothly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Messy cable management makes fixing problems hard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Power bill goes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4098" name="Picture 2" descr="Rapidly increasing bar graph icon ...">
            <a:extLst>
              <a:ext uri="{FF2B5EF4-FFF2-40B4-BE49-F238E27FC236}">
                <a16:creationId xmlns:a16="http://schemas.microsoft.com/office/drawing/2014/main" id="{2F5F862A-50A1-AACB-B622-F6B39161A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040" y="4521200"/>
            <a:ext cx="802323" cy="802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Network Admin Be Like - network cabling post - Imgur">
            <a:extLst>
              <a:ext uri="{FF2B5EF4-FFF2-40B4-BE49-F238E27FC236}">
                <a16:creationId xmlns:a16="http://schemas.microsoft.com/office/drawing/2014/main" id="{8837D07F-12EE-EBFB-F0CF-228474AC3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553" y="1804034"/>
            <a:ext cx="4571047" cy="342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014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D27EA-246B-28DB-899B-DE638CDDC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HOWEVER!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7D847-FC3B-96CC-D8E9-849E12B87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881" y="1922561"/>
            <a:ext cx="1090964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31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Wait a second Man (@waitasecondman) • Facebook">
            <a:extLst>
              <a:ext uri="{FF2B5EF4-FFF2-40B4-BE49-F238E27FC236}">
                <a16:creationId xmlns:a16="http://schemas.microsoft.com/office/drawing/2014/main" id="{8A57C902-CCE2-06CE-3880-6E51BBD78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16307" y="2642616"/>
            <a:ext cx="3621881" cy="36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1999) - S04E21 Comedy ...">
            <a:extLst>
              <a:ext uri="{FF2B5EF4-FFF2-40B4-BE49-F238E27FC236}">
                <a16:creationId xmlns:a16="http://schemas.microsoft.com/office/drawing/2014/main" id="{7D1DE926-FD15-7E2C-F635-F35C9045A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54750" y="2642616"/>
            <a:ext cx="4813907" cy="36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619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9BEEE-1E82-A9E8-7EF5-DCAAE76B7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There are solutions:</a:t>
            </a:r>
          </a:p>
        </p:txBody>
      </p:sp>
      <p:sp>
        <p:nvSpPr>
          <p:cNvPr id="615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3E9C2-B6BF-0F14-E144-2206A6706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 dirty="0"/>
              <a:t>Steal the equipment (Legally I have to say this is a joke)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 dirty="0"/>
              <a:t>Ignore your partner, networking is more important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 dirty="0"/>
              <a:t>The power bill is worth it, just ignore the government, I doubt they’ll kick your door down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 dirty="0"/>
              <a:t>Don’t be mess and actually cable manage so you can </a:t>
            </a:r>
            <a:r>
              <a:rPr lang="en-US" sz="2200"/>
              <a:t>fix problems</a:t>
            </a:r>
            <a:endParaRPr lang="en-US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57150" algn="r"/>
            <a:r>
              <a:rPr lang="en-US" sz="1200" dirty="0"/>
              <a:t>(I couldn’t be bothered</a:t>
            </a:r>
          </a:p>
          <a:p>
            <a:pPr marL="57150" algn="r"/>
            <a:r>
              <a:rPr lang="en-US" sz="1200" dirty="0"/>
              <a:t>To fix the background)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6146" name="Picture 2" descr="Related Image - Thumb Up Emoji - Free ...">
            <a:extLst>
              <a:ext uri="{FF2B5EF4-FFF2-40B4-BE49-F238E27FC236}">
                <a16:creationId xmlns:a16="http://schemas.microsoft.com/office/drawing/2014/main" id="{21BF06AA-AD07-E9ED-63AD-DE01C31D7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0" r="21874" b="1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607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DFAF-9A74-38AF-9268-E89FD356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Tips for configuring your home network: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1E755-BF2C-86AB-3532-6C5C47E00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06467" cy="4351338"/>
          </a:xfrm>
        </p:spPr>
        <p:txBody>
          <a:bodyPr>
            <a:normAutofit/>
          </a:bodyPr>
          <a:lstStyle/>
          <a:p>
            <a:r>
              <a:rPr lang="en-GB" sz="2000" dirty="0"/>
              <a:t>Have multiple SSIDs and WAPs, increases speed and you can give your family slower connections, so they don’t kill the internet with </a:t>
            </a:r>
            <a:r>
              <a:rPr lang="en-GB" sz="2000" dirty="0" err="1"/>
              <a:t>facebook</a:t>
            </a:r>
            <a:r>
              <a:rPr lang="en-GB" sz="2000" dirty="0"/>
              <a:t> reels or whatever old people do on </a:t>
            </a:r>
            <a:r>
              <a:rPr lang="en-GB" sz="2000" dirty="0" err="1"/>
              <a:t>wifi</a:t>
            </a:r>
            <a:endParaRPr lang="en-GB" sz="2000" dirty="0"/>
          </a:p>
          <a:p>
            <a:r>
              <a:rPr lang="en-GB" sz="2000" dirty="0"/>
              <a:t>Host game and plex/media servers, they save money on subscriptions, and are fun to mess around with (plus can run on anything with enough ram)</a:t>
            </a:r>
          </a:p>
          <a:p>
            <a:r>
              <a:rPr lang="en-GB" sz="2000" dirty="0"/>
              <a:t>Use subnets and VLANs, these are good to section your servers, which stop people who look like this accessing your home network </a:t>
            </a:r>
            <a:r>
              <a:rPr lang="en-GB" sz="2000" dirty="0">
                <a:sym typeface="Wingdings" panose="05000000000000000000" pitchFamily="2" charset="2"/>
              </a:rPr>
              <a:t>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r>
              <a:rPr lang="en-GB" sz="2000" dirty="0"/>
              <a:t>Setup a home VPN, as then you can connect to your house from anywhere</a:t>
            </a:r>
          </a:p>
        </p:txBody>
      </p:sp>
    </p:spTree>
    <p:extLst>
      <p:ext uri="{BB962C8B-B14F-4D97-AF65-F5344CB8AC3E}">
        <p14:creationId xmlns:p14="http://schemas.microsoft.com/office/powerpoint/2010/main" val="1484207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2A52D-8ACD-8705-85D9-0558ECD0A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Something cool to look into: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AE706-EFE0-D618-6EA1-A5BAAE82C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dirty="0"/>
              <a:t>if you’re interested, look into software called </a:t>
            </a:r>
            <a:r>
              <a:rPr lang="en-GB" sz="1800" dirty="0" err="1"/>
              <a:t>pfSense</a:t>
            </a:r>
            <a:r>
              <a:rPr lang="en-GB" sz="1800" dirty="0"/>
              <a:t>, its an open source firewall and routing software and is very cool.</a:t>
            </a:r>
          </a:p>
          <a:p>
            <a:r>
              <a:rPr lang="en-GB" sz="1800" dirty="0"/>
              <a:t>Gives you complete config, more than most basic routers that come with your ISP, and as you play with it you’ll pick up more about how networks work.</a:t>
            </a:r>
          </a:p>
          <a:p>
            <a:r>
              <a:rPr lang="en-GB" sz="1800" dirty="0"/>
              <a:t>Also helps you decide if you </a:t>
            </a:r>
            <a:r>
              <a:rPr lang="en-GB" sz="1800" dirty="0" err="1"/>
              <a:t>wanna</a:t>
            </a:r>
            <a:r>
              <a:rPr lang="en-GB" sz="1800" dirty="0"/>
              <a:t> spend the money on expense stuff like a </a:t>
            </a:r>
            <a:r>
              <a:rPr lang="en-GB" sz="1800" dirty="0" err="1"/>
              <a:t>ubiquiti</a:t>
            </a:r>
            <a:r>
              <a:rPr lang="en-GB" sz="1800" dirty="0"/>
              <a:t> router (I have one, they’re class)</a:t>
            </a:r>
          </a:p>
          <a:p>
            <a:r>
              <a:rPr lang="en-GB" sz="1800" dirty="0"/>
              <a:t>It’s a good free starting point, and is very fun to break if nothing more.</a:t>
            </a:r>
          </a:p>
        </p:txBody>
      </p:sp>
      <p:pic>
        <p:nvPicPr>
          <p:cNvPr id="7170" name="Picture 2" descr="About pfSense | IT and General">
            <a:extLst>
              <a:ext uri="{FF2B5EF4-FFF2-40B4-BE49-F238E27FC236}">
                <a16:creationId xmlns:a16="http://schemas.microsoft.com/office/drawing/2014/main" id="{7B9192C9-43EE-96C1-017E-BB4153CF0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245" y="4974908"/>
            <a:ext cx="409575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10 Funny Networking Memes">
            <a:extLst>
              <a:ext uri="{FF2B5EF4-FFF2-40B4-BE49-F238E27FC236}">
                <a16:creationId xmlns:a16="http://schemas.microsoft.com/office/drawing/2014/main" id="{D76FD6C8-D80E-77FC-A01C-6B8FF254F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86658"/>
            <a:ext cx="2860358" cy="212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283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3405F-86D7-7819-C923-1CBA216C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C0923-0DAF-FAA7-648B-D864B6399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thanks for listening to my rambles, *if you couldn’t tell I very much like playing with networks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B43BA-277A-A6BC-8EF5-27A3016BB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sz="1800" dirty="0"/>
              <a:t>I have far too much free time and like to play with different coloured cables that give internet, and would recommend you have a play too.</a:t>
            </a:r>
          </a:p>
          <a:p>
            <a:endParaRPr lang="en-GB" sz="1800" dirty="0"/>
          </a:p>
          <a:p>
            <a:r>
              <a:rPr lang="en-GB" sz="1800" dirty="0"/>
              <a:t>If you look at </a:t>
            </a:r>
            <a:r>
              <a:rPr lang="en-GB" sz="1800" dirty="0" err="1"/>
              <a:t>ebay</a:t>
            </a:r>
            <a:r>
              <a:rPr lang="en-GB" sz="1800" dirty="0"/>
              <a:t> and Facebook marketplace you can find a lot of “old” (probably 4 years old) hardware to explore and play with and break, but satisfying to make work after many hours</a:t>
            </a:r>
          </a:p>
          <a:p>
            <a:endParaRPr lang="en-GB" sz="1800" dirty="0"/>
          </a:p>
          <a:p>
            <a:r>
              <a:rPr lang="en-GB" sz="1800" dirty="0"/>
              <a:t>Plus having OCD gives you a cable management buff  </a:t>
            </a:r>
            <a:r>
              <a:rPr lang="en-GB" sz="1800" dirty="0">
                <a:sym typeface="Wingdings" panose="05000000000000000000" pitchFamily="2" charset="2"/>
              </a:rPr>
              <a:t></a:t>
            </a:r>
            <a:endParaRPr lang="en-GB" sz="1800" dirty="0"/>
          </a:p>
        </p:txBody>
      </p:sp>
      <p:pic>
        <p:nvPicPr>
          <p:cNvPr id="8194" name="Picture 2" descr="Stream Thanks 4 listening] by J&amp;L ...">
            <a:extLst>
              <a:ext uri="{FF2B5EF4-FFF2-40B4-BE49-F238E27FC236}">
                <a16:creationId xmlns:a16="http://schemas.microsoft.com/office/drawing/2014/main" id="{B132463F-0852-6327-9406-F98B3CAD8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838" y="268763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653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583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Networking and why you need OCD</vt:lpstr>
      <vt:lpstr>What do I mean by networking</vt:lpstr>
      <vt:lpstr>The cool parts of networking:</vt:lpstr>
      <vt:lpstr>Downsides:</vt:lpstr>
      <vt:lpstr>HOWEVER!</vt:lpstr>
      <vt:lpstr>There are solutions:</vt:lpstr>
      <vt:lpstr>Tips for configuring your home network:</vt:lpstr>
      <vt:lpstr>Something cool to look into:</vt:lpstr>
      <vt:lpstr>In 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Lloyd</dc:creator>
  <cp:lastModifiedBy>Adam Welbourne</cp:lastModifiedBy>
  <cp:revision>2</cp:revision>
  <dcterms:created xsi:type="dcterms:W3CDTF">2026-02-12T12:17:26Z</dcterms:created>
  <dcterms:modified xsi:type="dcterms:W3CDTF">2026-02-12T17:51:09Z</dcterms:modified>
</cp:coreProperties>
</file>