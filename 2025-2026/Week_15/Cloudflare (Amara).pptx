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A1927-E77E-4D34-A54F-5B7F00C91B3E}" v="1" dt="2026-02-12T16:08:3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a Gouldbourne-Beckford" userId="4ca0320c-d01e-4d1d-8885-bdf6e59e0d34" providerId="ADAL" clId="{ED1E8AAC-9336-4529-9212-0F60681FFF0F}"/>
    <pc:docChg chg="custSel addSld delSld modSld sldOrd">
      <pc:chgData name="Amara Gouldbourne-Beckford" userId="4ca0320c-d01e-4d1d-8885-bdf6e59e0d34" providerId="ADAL" clId="{ED1E8AAC-9336-4529-9212-0F60681FFF0F}" dt="2026-02-12T16:10:25.802" v="195" actId="20577"/>
      <pc:docMkLst>
        <pc:docMk/>
      </pc:docMkLst>
      <pc:sldChg chg="modSp new del mod">
        <pc:chgData name="Amara Gouldbourne-Beckford" userId="4ca0320c-d01e-4d1d-8885-bdf6e59e0d34" providerId="ADAL" clId="{ED1E8AAC-9336-4529-9212-0F60681FFF0F}" dt="2026-02-12T16:08:11.046" v="21" actId="47"/>
        <pc:sldMkLst>
          <pc:docMk/>
          <pc:sldMk cId="533444527" sldId="264"/>
        </pc:sldMkLst>
        <pc:spChg chg="mod">
          <ac:chgData name="Amara Gouldbourne-Beckford" userId="4ca0320c-d01e-4d1d-8885-bdf6e59e0d34" providerId="ADAL" clId="{ED1E8AAC-9336-4529-9212-0F60681FFF0F}" dt="2026-02-12T16:08:06.038" v="20" actId="20577"/>
          <ac:spMkLst>
            <pc:docMk/>
            <pc:sldMk cId="533444527" sldId="264"/>
            <ac:spMk id="2" creationId="{F928FC81-B029-7751-EAEA-E2AD0B061C04}"/>
          </ac:spMkLst>
        </pc:spChg>
      </pc:sldChg>
      <pc:sldChg chg="modSp add mod ord">
        <pc:chgData name="Amara Gouldbourne-Beckford" userId="4ca0320c-d01e-4d1d-8885-bdf6e59e0d34" providerId="ADAL" clId="{ED1E8AAC-9336-4529-9212-0F60681FFF0F}" dt="2026-02-12T16:10:25.802" v="195" actId="20577"/>
        <pc:sldMkLst>
          <pc:docMk/>
          <pc:sldMk cId="2647197780" sldId="264"/>
        </pc:sldMkLst>
        <pc:spChg chg="mod">
          <ac:chgData name="Amara Gouldbourne-Beckford" userId="4ca0320c-d01e-4d1d-8885-bdf6e59e0d34" providerId="ADAL" clId="{ED1E8AAC-9336-4529-9212-0F60681FFF0F}" dt="2026-02-12T16:10:25.802" v="195" actId="20577"/>
          <ac:spMkLst>
            <pc:docMk/>
            <pc:sldMk cId="2647197780" sldId="264"/>
            <ac:spMk id="2" creationId="{AB8150FE-EC5A-A246-1445-E8446D2A62EB}"/>
          </ac:spMkLst>
        </pc:spChg>
      </pc:sldChg>
      <pc:sldChg chg="new del">
        <pc:chgData name="Amara Gouldbourne-Beckford" userId="4ca0320c-d01e-4d1d-8885-bdf6e59e0d34" providerId="ADAL" clId="{ED1E8AAC-9336-4529-9212-0F60681FFF0F}" dt="2026-02-12T16:08:19.605" v="23" actId="47"/>
        <pc:sldMkLst>
          <pc:docMk/>
          <pc:sldMk cId="2965652487" sldId="264"/>
        </pc:sldMkLst>
      </pc:sldChg>
      <pc:sldChg chg="modSp new del mod">
        <pc:chgData name="Amara Gouldbourne-Beckford" userId="4ca0320c-d01e-4d1d-8885-bdf6e59e0d34" providerId="ADAL" clId="{ED1E8AAC-9336-4529-9212-0F60681FFF0F}" dt="2026-02-12T16:09:31.224" v="91" actId="47"/>
        <pc:sldMkLst>
          <pc:docMk/>
          <pc:sldMk cId="3234712998" sldId="264"/>
        </pc:sldMkLst>
        <pc:spChg chg="mod">
          <ac:chgData name="Amara Gouldbourne-Beckford" userId="4ca0320c-d01e-4d1d-8885-bdf6e59e0d34" providerId="ADAL" clId="{ED1E8AAC-9336-4529-9212-0F60681FFF0F}" dt="2026-02-12T16:09:10.560" v="90" actId="20577"/>
          <ac:spMkLst>
            <pc:docMk/>
            <pc:sldMk cId="3234712998" sldId="264"/>
            <ac:spMk id="2" creationId="{A24FEE7E-05F8-FDAB-8120-69FCC254A069}"/>
          </ac:spMkLst>
        </pc:spChg>
      </pc:sldChg>
      <pc:sldChg chg="addSp delSp modSp new del mod">
        <pc:chgData name="Amara Gouldbourne-Beckford" userId="4ca0320c-d01e-4d1d-8885-bdf6e59e0d34" providerId="ADAL" clId="{ED1E8AAC-9336-4529-9212-0F60681FFF0F}" dt="2026-02-12T16:08:38.124" v="28" actId="47"/>
        <pc:sldMkLst>
          <pc:docMk/>
          <pc:sldMk cId="3622532125" sldId="264"/>
        </pc:sldMkLst>
        <pc:spChg chg="add del mod">
          <ac:chgData name="Amara Gouldbourne-Beckford" userId="4ca0320c-d01e-4d1d-8885-bdf6e59e0d34" providerId="ADAL" clId="{ED1E8AAC-9336-4529-9212-0F60681FFF0F}" dt="2026-02-12T16:08:35.307" v="27" actId="478"/>
          <ac:spMkLst>
            <pc:docMk/>
            <pc:sldMk cId="3622532125" sldId="264"/>
            <ac:spMk id="2" creationId="{C9F1002C-340B-C8AD-9531-8CB95C6C1B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1AAC-BBFD-ED91-6C0E-33603F834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AA618-8F21-9F09-5006-F4E81738E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A245-926B-08A8-2D38-08D168A9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D827-7726-C8BC-9DC1-7F657F2E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9579-CF03-8A4F-FD55-C9606042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87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A22B5-6B76-0097-A582-CC2BE6D2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518E-20EB-99DD-FFEC-937C2CD89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902D-D090-D478-4BF8-BD4F2D0F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3B7DF-D301-C0C3-8551-FA5051C5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79FE-6BF1-603A-4E83-01F3B943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88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09F3-DA01-2B0C-B899-B18BDC17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79FD7-40A3-E84B-B8FB-384C3B1A3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EF9A-964E-F6F3-4480-8BF9275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FDDE6-1775-0F37-C061-0CF6D763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5181-C4E5-D94C-D4BA-8F88ADE2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7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ACAC-863D-6030-3581-12602B4C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2DA8-EF64-AA54-0E87-63C3D0BFB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6C75A-3E6D-0605-516C-DEDFE06B4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BBBC3-CE3E-9E09-B26E-4761CA88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80559-ACA0-DA1F-84EE-6C6A5C55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14A0D-4FA9-DADF-94EA-4D142E9B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1926-5250-D749-B798-428E4ED9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F1D9B-2F20-AB03-C6BF-AE5176B90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2C004-1809-4A03-0AC0-DDD96141D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4FCDF-E9F2-9E61-CF1D-8DB4B5CFD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DC73D-CFC0-5443-E081-A9EF1640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051EB-32BD-4ABE-FB53-0C2FED02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0A053-0BE7-529F-1DB9-8701B56F1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4571C-CC84-C809-BE8C-80CB9D35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44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FAED-2D6C-3DF0-A0C7-8492299B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84AD6-C154-BA5E-B4FB-5090AD6E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D2F141-D935-87CD-F299-9D88DB83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5D2A0-4D45-B137-75F9-86F05B74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33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54059-8725-7D37-948F-1753A8E8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2891D-1D56-A229-2581-25DB243E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1C50A-7E67-695A-8101-7D8C1928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2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0C81-240F-B518-49CC-F3684F70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5FFE-EFFE-E3E1-63EF-D9D94B2E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2B704-6122-0925-41FA-7E53CC34D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F192C-DDF0-F8D9-1AC4-C23175E3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0806-46F6-AE14-200E-ABCDA600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7F45-FADB-B2A8-23F7-2AC7DF88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2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AA1C-F6AE-1AB2-7577-184066B8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9FD83-B38F-D255-28AE-154118FCB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D0E3-E06F-2BD0-E525-0EBF50211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60FDA-FA46-CB3D-6441-07129978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86FBC-6D73-ABAB-24A5-016BAB75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CDA82-2E8B-2875-9AC9-94D8567D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36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8AA9-F331-DE56-FDB0-D980E416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B9167-9317-5A54-C598-B4EE0D421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1DA85-6D09-7F43-47FB-A8CC15A6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29DB-BFCB-E711-0CA2-B7C2A0A8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FC0E1-1532-F83B-F6E5-2646B094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0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522EC-1D77-C161-6083-1B9A22162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52518-8076-8007-9A78-3DC5AE040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D2F27-F0A7-02B0-2348-074A51476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F690F-3BD6-A1BA-2E06-ECE75BEC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4A4E2-C3F0-6062-9554-F225D5E6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07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136F2-5653-28D1-55E3-5DADDEA6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58D57-928C-5807-83A9-620FC49CF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0451A-245F-5153-8A57-A6FCE9910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C9600-6FAB-4E96-86B5-02A7ED25CAC4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9AA94-0C19-2B53-BA02-DB9505F54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27A66-4578-BCE3-A1C4-8C35A252B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E8612-892D-48CB-898E-9641CE5BE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73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AA2CF-CDFC-5BF3-58AF-23CA8167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4" y="2073715"/>
            <a:ext cx="6935759" cy="2993042"/>
          </a:xfrm>
        </p:spPr>
        <p:txBody>
          <a:bodyPr anchor="ctr">
            <a:normAutofit fontScale="90000"/>
          </a:bodyPr>
          <a:lstStyle/>
          <a:p>
            <a:r>
              <a:rPr lang="en-GB" sz="8800" dirty="0">
                <a:solidFill>
                  <a:schemeClr val="bg1"/>
                </a:solidFill>
              </a:rPr>
              <a:t>Cloudflare web encryption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89D7E-C680-2C4D-50B2-2B1FCF589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234" y="1369077"/>
            <a:ext cx="6935759" cy="2201159"/>
          </a:xfrm>
        </p:spPr>
        <p:txBody>
          <a:bodyPr>
            <a:normAutofit/>
          </a:bodyPr>
          <a:lstStyle/>
          <a:p>
            <a:endParaRPr lang="en-GB" sz="2000">
              <a:solidFill>
                <a:schemeClr val="bg1"/>
              </a:solidFill>
            </a:endParaRPr>
          </a:p>
          <a:p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78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621D1-A890-A5BF-9495-639B909F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</a:rPr>
              <a:t>What is Cloudflare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189A-87C8-E4D0-0196-B1EB50F0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491" y="2419429"/>
            <a:ext cx="9406666" cy="3526144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Cloudflare is an internet security company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They provide companies with SSL/TLS encryption – protects billions of web requests daily by encrypting the data that’s transferred between </a:t>
            </a:r>
            <a:r>
              <a:rPr lang="en-GB" sz="2400">
                <a:solidFill>
                  <a:schemeClr val="bg1"/>
                </a:solidFill>
              </a:rPr>
              <a:t>the user’s </a:t>
            </a:r>
            <a:r>
              <a:rPr lang="en-GB" sz="2400" dirty="0">
                <a:solidFill>
                  <a:schemeClr val="bg1"/>
                </a:solidFill>
              </a:rPr>
              <a:t>browser and </a:t>
            </a:r>
            <a:r>
              <a:rPr lang="en-GB" sz="2400">
                <a:solidFill>
                  <a:schemeClr val="bg1"/>
                </a:solidFill>
              </a:rPr>
              <a:t>a server</a:t>
            </a: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For encryption to be secure we need unpredictable encryption keys so that attackers can’t access encrypted data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8036E-BD18-E906-D766-35F56F5DE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286" y="773682"/>
            <a:ext cx="3118514" cy="103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9E15E-FC74-6DCC-3830-32CAA712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GB">
                <a:solidFill>
                  <a:schemeClr val="bg1"/>
                </a:solidFill>
              </a:rPr>
              <a:t>Computers and randomness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5850-1BCE-A41B-CB12-04568F296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They can’t create randomness – only simulate it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This is because computers are deterministic</a:t>
            </a:r>
          </a:p>
          <a:p>
            <a:r>
              <a:rPr lang="en-GB" sz="2400" dirty="0">
                <a:solidFill>
                  <a:schemeClr val="bg1"/>
                </a:solidFill>
              </a:rPr>
              <a:t>So an output of a calculation will be the same when given the same input</a:t>
            </a:r>
          </a:p>
          <a:p>
            <a:r>
              <a:rPr lang="en-GB" sz="2400" dirty="0">
                <a:solidFill>
                  <a:schemeClr val="bg1"/>
                </a:solidFill>
              </a:rPr>
              <a:t>Random values from a computer can be predictable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The goal is to get as close to true randomness as possible</a:t>
            </a: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1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5A6F7-D4B2-F1E4-9B47-6C672664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GB" sz="3800">
                <a:solidFill>
                  <a:schemeClr val="bg1"/>
                </a:solidFill>
              </a:rPr>
              <a:t>Lava lamps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71D0B-1DD5-F24E-A303-A8A6E8D99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GB" sz="1900">
                <a:solidFill>
                  <a:schemeClr val="bg1"/>
                </a:solidFill>
              </a:rPr>
              <a:t>The “lava” in lava lamps moves randomly – doesn’t take the same shape twice</a:t>
            </a:r>
          </a:p>
          <a:p>
            <a:r>
              <a:rPr lang="en-GB" sz="1900">
                <a:solidFill>
                  <a:schemeClr val="bg1"/>
                </a:solidFill>
              </a:rPr>
              <a:t>About 100 lava lamps on the wall</a:t>
            </a:r>
          </a:p>
          <a:p>
            <a:r>
              <a:rPr lang="en-GB" sz="1900">
                <a:solidFill>
                  <a:schemeClr val="bg1"/>
                </a:solidFill>
              </a:rPr>
              <a:t>The camera takes photos of the lava lamps at regular intervals</a:t>
            </a:r>
          </a:p>
          <a:p>
            <a:r>
              <a:rPr lang="en-GB" sz="1900">
                <a:solidFill>
                  <a:schemeClr val="bg1"/>
                </a:solidFill>
              </a:rPr>
              <a:t>Images stored as a series numbers – each pixel has its own numerical value</a:t>
            </a:r>
          </a:p>
          <a:p>
            <a:r>
              <a:rPr lang="en-GB" sz="1900">
                <a:solidFill>
                  <a:schemeClr val="bg1"/>
                </a:solidFill>
              </a:rPr>
              <a:t>This is used as a starting point to create encryption keys – a cryptographic seed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helf with colorful lava lamps&#10;&#10;AI-generated content may be incorrect.">
            <a:extLst>
              <a:ext uri="{FF2B5EF4-FFF2-40B4-BE49-F238E27FC236}">
                <a16:creationId xmlns:a16="http://schemas.microsoft.com/office/drawing/2014/main" id="{A338E22A-DA02-13D9-3843-1250D29C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53" y="1729036"/>
            <a:ext cx="5157031" cy="33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8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0A09F-EDAF-9BD9-BE24-1592254A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A9D38-3D00-FBF4-69C6-2CF60F81C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The whole process is also done in the London office and the Austin Texas office with different sources of entropy.</a:t>
            </a:r>
          </a:p>
          <a:p>
            <a:r>
              <a:rPr lang="en-GB" sz="2000" dirty="0">
                <a:solidFill>
                  <a:schemeClr val="bg1"/>
                </a:solidFill>
              </a:rPr>
              <a:t>In Austin they use rainbow mobiles</a:t>
            </a:r>
          </a:p>
          <a:p>
            <a:r>
              <a:rPr lang="en-GB" sz="2000" dirty="0">
                <a:solidFill>
                  <a:schemeClr val="bg1"/>
                </a:solidFill>
              </a:rPr>
              <a:t>In London they use pendulums</a:t>
            </a:r>
          </a:p>
          <a:p>
            <a:r>
              <a:rPr lang="en-GB" sz="2000" dirty="0">
                <a:solidFill>
                  <a:schemeClr val="bg1"/>
                </a:solidFill>
              </a:rPr>
              <a:t>All of these sources of entropy including more are combined and mixed into the “global entropy pool” 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room with a colorful ceiling&#10;&#10;AI-generated content may be incorrect.">
            <a:extLst>
              <a:ext uri="{FF2B5EF4-FFF2-40B4-BE49-F238E27FC236}">
                <a16:creationId xmlns:a16="http://schemas.microsoft.com/office/drawing/2014/main" id="{902B28CD-64CE-325D-1D00-ECEBE3CC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20" y="369913"/>
            <a:ext cx="3084394" cy="27845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black and orange objects on a white wall&#10;&#10;AI-generated content may be incorrect.">
            <a:extLst>
              <a:ext uri="{FF2B5EF4-FFF2-40B4-BE49-F238E27FC236}">
                <a16:creationId xmlns:a16="http://schemas.microsoft.com/office/drawing/2014/main" id="{9E098D40-794F-A152-C3E8-0C29A6C6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3964674"/>
            <a:ext cx="3588640" cy="23510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5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9EE2C-A825-CCA6-0F53-01DD1079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8FAB0C-AAA1-4EC9-2E53-6521AB59B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150FE-EC5A-A246-1445-E8446D2A6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4" y="2073715"/>
            <a:ext cx="6935759" cy="2993042"/>
          </a:xfrm>
        </p:spPr>
        <p:txBody>
          <a:bodyPr anchor="ctr">
            <a:normAutofit/>
          </a:bodyPr>
          <a:lstStyle/>
          <a:p>
            <a:r>
              <a:rPr lang="en-GB" sz="5400" dirty="0">
                <a:solidFill>
                  <a:schemeClr val="bg1"/>
                </a:solidFill>
              </a:rPr>
              <a:t>Thank you for listening!!!</a:t>
            </a:r>
            <a:br>
              <a:rPr lang="en-GB" sz="5400" dirty="0">
                <a:solidFill>
                  <a:schemeClr val="bg1"/>
                </a:solidFill>
              </a:rPr>
            </a:br>
            <a:r>
              <a:rPr lang="en-GB" sz="5400" dirty="0">
                <a:solidFill>
                  <a:schemeClr val="bg1"/>
                </a:solidFill>
              </a:rPr>
              <a:t>Any 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20E17-CF1A-A7AB-A8F8-49C411E68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234" y="1369077"/>
            <a:ext cx="6935759" cy="2201159"/>
          </a:xfrm>
        </p:spPr>
        <p:txBody>
          <a:bodyPr>
            <a:normAutofit/>
          </a:bodyPr>
          <a:lstStyle/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C8682-B200-1AD7-4CE8-AFF8674DB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D993F8-96F5-E1CF-D755-CC3F8DBC1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877A1A-627C-541C-8E9E-205173B14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197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4463</TotalTime>
  <Words>234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Cloudflare web encryption</vt:lpstr>
      <vt:lpstr>What is Cloudflare</vt:lpstr>
      <vt:lpstr>Computers and randomness</vt:lpstr>
      <vt:lpstr>Lava lamps</vt:lpstr>
      <vt:lpstr>PowerPoint Presentation</vt:lpstr>
      <vt:lpstr>Thank you for listening!!!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Amara Gouldbourne-Beckford</dc:creator>
  <cp:lastModifiedBy>Amara Gouldbourne-Beckford</cp:lastModifiedBy>
  <cp:revision>1</cp:revision>
  <dcterms:created xsi:type="dcterms:W3CDTF">2025-03-01T16:42:07Z</dcterms:created>
  <dcterms:modified xsi:type="dcterms:W3CDTF">2026-02-12T16:10:33Z</dcterms:modified>
</cp:coreProperties>
</file>