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embeddedFontLst>
    <p:embeddedFont>
      <p:font typeface="Play"/>
      <p:regular r:id="rId28"/>
      <p:bold r:id="rId29"/>
    </p:embeddedFont>
    <p:embeddedFont>
      <p:font typeface="Alice"/>
      <p:regular r:id="rId30"/>
    </p:embeddedFont>
    <p:embeddedFont>
      <p:font typeface="Poppins SemiBold"/>
      <p:regular r:id="rId31"/>
      <p:bold r:id="rId32"/>
      <p:italic r:id="rId33"/>
      <p:boldItalic r:id="rId34"/>
    </p:embeddedFont>
    <p:embeddedFont>
      <p:font typeface="Space Grotesk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rGKQVfMkjrrZLqPXOddpOXcNW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lay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SemiBold-regular.fntdata"/><Relationship Id="rId30" Type="http://schemas.openxmlformats.org/officeDocument/2006/relationships/font" Target="fonts/Alice-regular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6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9.xml"/><Relationship Id="rId35" Type="http://schemas.openxmlformats.org/officeDocument/2006/relationships/font" Target="fonts/SpaceGrotesk-regular.fntdata"/><Relationship Id="rId12" Type="http://schemas.openxmlformats.org/officeDocument/2006/relationships/slide" Target="slides/slide8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SpaceGrotesk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b407a20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b9b407a2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9b407a205_1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b9b407a205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ba0224ce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ba0224ced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ba0224e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ba0224e5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ba0224ced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8ba0224ce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Using – can sometimes be used to combine multiple short flags (ls –la)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Generally –help is better to use as some tools will not accept –h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Pwd – where you are in a system (downloads, documents, etc)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Ls – list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Cp and rm – to copy or remove directories you need -r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curl - used to print pages source code, send requests to a page - test requests, check what a web server returns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find - -name, -iname, use * to find partial names, can find based on content within file with grep, find based on file type (-type)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less - if checking a really long file, allows you to go forward and back through a file, pages, not having to scroll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head and tail - show first and last 10 lines by default, can be changed using flags and options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Update – updates the list of packages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Full-upgrade – actually installs and upgrades the packages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bin - user binaries, basic commands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Boot – files needed to boot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Dev – device files, represent hardware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Etc – plain text config files, root privilgeses needed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Mnt – mount points, to mount filesystems or devices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Opt – optional 3rd party software packages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Sbin – binaries required by the os for management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Srv – used to store data for servers - running a website from the box, the html files will go to /srv/www or /srv/http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Proc - info about running processes, like CPU - If you wanted to see PID you could do command ps, then use the PID to look for the proc/file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Cron jobs – scheduled jobs – repeated cron jobs in /tmp may be malicious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U – Person who owns the file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 – a group of other users who have access to the file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 – everyone else who has access to the system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U – Person who owns the file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 – a group of other users who have access to the file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 – everyone else who has access to the system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Update – updates the list of packages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Full-upgrade – actually installs and upgrades the packages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Chmod 777 would give full access to everyone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9f49548e7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b9f49548e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9b407a205_1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b9b407a205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4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32"/>
          <p:cNvSpPr/>
          <p:nvPr/>
        </p:nvSpPr>
        <p:spPr>
          <a:xfrm>
            <a:off x="60963" y="-4287"/>
            <a:ext cx="1207008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/>
            </a:blip>
            <a:stretch>
              <a:fillRect b="-9216" l="0" r="0" t="-92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32" title="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tryhackme.com/room/linuxfundamentalspart1" TargetMode="External"/><Relationship Id="rId4" Type="http://schemas.openxmlformats.org/officeDocument/2006/relationships/hyperlink" Target="https://tryhackme.com/room/ninjaskills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b9b407a205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1"/>
            <a:ext cx="12192000" cy="678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b407a205_1_1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Announcements</a:t>
            </a:r>
            <a:endParaRPr/>
          </a:p>
        </p:txBody>
      </p:sp>
      <p:sp>
        <p:nvSpPr>
          <p:cNvPr id="92" name="Google Shape;92;g3b9b407a205_1_124"/>
          <p:cNvSpPr txBox="1"/>
          <p:nvPr>
            <p:ph idx="1" type="body"/>
          </p:nvPr>
        </p:nvSpPr>
        <p:spPr>
          <a:xfrm>
            <a:off x="838200" y="1690825"/>
            <a:ext cx="10955700" cy="4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Week </a:t>
            </a:r>
            <a:r>
              <a:rPr lang="en-US" sz="2800">
                <a:solidFill>
                  <a:schemeClr val="lt1"/>
                </a:solidFill>
              </a:rPr>
              <a:t>3/4 Taster session</a:t>
            </a:r>
            <a:endParaRPr sz="2800">
              <a:solidFill>
                <a:schemeClr val="lt1"/>
              </a:solidFill>
            </a:endParaRPr>
          </a:p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Gradcracker books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Next week guest talk – DRESS UP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Memberships</a:t>
            </a:r>
            <a:endParaRPr/>
          </a:p>
        </p:txBody>
      </p:sp>
      <p:pic>
        <p:nvPicPr>
          <p:cNvPr id="93" name="Google Shape;93;g3b9b407a205_1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1450" y="3484575"/>
            <a:ext cx="4309600" cy="3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ba0224ced_1_0"/>
          <p:cNvSpPr/>
          <p:nvPr/>
        </p:nvSpPr>
        <p:spPr>
          <a:xfrm>
            <a:off x="0" y="0"/>
            <a:ext cx="12207240" cy="8138160"/>
          </a:xfrm>
          <a:custGeom>
            <a:rect b="b" l="l" r="r" t="t"/>
            <a:pathLst>
              <a:path extrusionOk="0" h="12192000" w="18288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g38ba0224ced_1_0"/>
          <p:cNvGrpSpPr/>
          <p:nvPr/>
        </p:nvGrpSpPr>
        <p:grpSpPr>
          <a:xfrm>
            <a:off x="-294365" y="2516811"/>
            <a:ext cx="12780788" cy="4341261"/>
            <a:chOff x="0" y="-38100"/>
            <a:chExt cx="5049300" cy="1715100"/>
          </a:xfrm>
        </p:grpSpPr>
        <p:sp>
          <p:nvSpPr>
            <p:cNvPr id="100" name="Google Shape;100;g38ba0224ced_1_0"/>
            <p:cNvSpPr/>
            <p:nvPr/>
          </p:nvSpPr>
          <p:spPr>
            <a:xfrm>
              <a:off x="0" y="0"/>
              <a:ext cx="5049177" cy="1676939"/>
            </a:xfrm>
            <a:custGeom>
              <a:rect b="b" l="l" r="r" t="t"/>
              <a:pathLst>
                <a:path extrusionOk="0" h="1676939" w="5049177">
                  <a:moveTo>
                    <a:pt x="0" y="0"/>
                  </a:moveTo>
                  <a:lnTo>
                    <a:pt x="5049177" y="0"/>
                  </a:lnTo>
                  <a:lnTo>
                    <a:pt x="5049177" y="1676939"/>
                  </a:lnTo>
                  <a:lnTo>
                    <a:pt x="0" y="1676939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8ba0224ced_1_0"/>
            <p:cNvSpPr txBox="1"/>
            <p:nvPr/>
          </p:nvSpPr>
          <p:spPr>
            <a:xfrm>
              <a:off x="0" y="-38100"/>
              <a:ext cx="5049300" cy="171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g38ba0224ced_1_0"/>
          <p:cNvGrpSpPr/>
          <p:nvPr/>
        </p:nvGrpSpPr>
        <p:grpSpPr>
          <a:xfrm>
            <a:off x="677963" y="3954546"/>
            <a:ext cx="10820186" cy="2268968"/>
            <a:chOff x="0" y="-38100"/>
            <a:chExt cx="4274726" cy="896400"/>
          </a:xfrm>
        </p:grpSpPr>
        <p:sp>
          <p:nvSpPr>
            <p:cNvPr id="103" name="Google Shape;103;g38ba0224ced_1_0"/>
            <p:cNvSpPr/>
            <p:nvPr/>
          </p:nvSpPr>
          <p:spPr>
            <a:xfrm>
              <a:off x="0" y="0"/>
              <a:ext cx="4274726" cy="858201"/>
            </a:xfrm>
            <a:custGeom>
              <a:rect b="b" l="l" r="r" t="t"/>
              <a:pathLst>
                <a:path extrusionOk="0" h="858201" w="4274726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829581"/>
                  </a:lnTo>
                  <a:cubicBezTo>
                    <a:pt x="4274726" y="845387"/>
                    <a:pt x="4261912" y="858201"/>
                    <a:pt x="4246106" y="858201"/>
                  </a:cubicBezTo>
                  <a:lnTo>
                    <a:pt x="28620" y="858201"/>
                  </a:lnTo>
                  <a:cubicBezTo>
                    <a:pt x="12813" y="858201"/>
                    <a:pt x="0" y="845387"/>
                    <a:pt x="0" y="829581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50800">
              <a:solidFill>
                <a:srgbClr val="FFFFFF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8ba0224ced_1_0"/>
            <p:cNvSpPr txBox="1"/>
            <p:nvPr/>
          </p:nvSpPr>
          <p:spPr>
            <a:xfrm>
              <a:off x="0" y="-38100"/>
              <a:ext cx="4274700" cy="8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g38ba0224ced_1_0"/>
          <p:cNvGrpSpPr/>
          <p:nvPr/>
        </p:nvGrpSpPr>
        <p:grpSpPr>
          <a:xfrm>
            <a:off x="685800" y="3954546"/>
            <a:ext cx="10820186" cy="2268968"/>
            <a:chOff x="0" y="-38100"/>
            <a:chExt cx="4274726" cy="896400"/>
          </a:xfrm>
        </p:grpSpPr>
        <p:sp>
          <p:nvSpPr>
            <p:cNvPr id="106" name="Google Shape;106;g38ba0224ced_1_0"/>
            <p:cNvSpPr/>
            <p:nvPr/>
          </p:nvSpPr>
          <p:spPr>
            <a:xfrm>
              <a:off x="0" y="0"/>
              <a:ext cx="4274726" cy="858201"/>
            </a:xfrm>
            <a:custGeom>
              <a:rect b="b" l="l" r="r" t="t"/>
              <a:pathLst>
                <a:path extrusionOk="0" h="858201" w="4274726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829581"/>
                  </a:lnTo>
                  <a:cubicBezTo>
                    <a:pt x="4274726" y="845387"/>
                    <a:pt x="4261912" y="858201"/>
                    <a:pt x="4246106" y="858201"/>
                  </a:cubicBezTo>
                  <a:lnTo>
                    <a:pt x="28620" y="858201"/>
                  </a:lnTo>
                  <a:cubicBezTo>
                    <a:pt x="12813" y="858201"/>
                    <a:pt x="0" y="845387"/>
                    <a:pt x="0" y="829581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>
                <a:alpha val="15294"/>
              </a:srgbClr>
            </a:solidFill>
            <a:ln cap="rnd" cmpd="sng" w="50800">
              <a:solidFill>
                <a:srgbClr val="FFFFFF">
                  <a:alpha val="15294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75" lIns="60975" spcFirstLastPara="1" rIns="60975" wrap="square" tIns="60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8ba0224ced_1_0"/>
            <p:cNvSpPr txBox="1"/>
            <p:nvPr/>
          </p:nvSpPr>
          <p:spPr>
            <a:xfrm>
              <a:off x="0" y="-38100"/>
              <a:ext cx="4274700" cy="8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g38ba0224ced_1_0"/>
          <p:cNvGrpSpPr/>
          <p:nvPr/>
        </p:nvGrpSpPr>
        <p:grpSpPr>
          <a:xfrm rot="-5400000">
            <a:off x="9129973" y="-159802"/>
            <a:ext cx="2902274" cy="3221964"/>
            <a:chOff x="0" y="-38100"/>
            <a:chExt cx="1146600" cy="1272900"/>
          </a:xfrm>
        </p:grpSpPr>
        <p:sp>
          <p:nvSpPr>
            <p:cNvPr id="109" name="Google Shape;109;g38ba0224ced_1_0"/>
            <p:cNvSpPr/>
            <p:nvPr/>
          </p:nvSpPr>
          <p:spPr>
            <a:xfrm>
              <a:off x="0" y="0"/>
              <a:ext cx="1146594" cy="1234739"/>
            </a:xfrm>
            <a:custGeom>
              <a:rect b="b" l="l" r="r" t="t"/>
              <a:pathLst>
                <a:path extrusionOk="0" h="1234739" w="1146594">
                  <a:moveTo>
                    <a:pt x="0" y="0"/>
                  </a:moveTo>
                  <a:lnTo>
                    <a:pt x="1146594" y="0"/>
                  </a:lnTo>
                  <a:lnTo>
                    <a:pt x="1146594" y="1234739"/>
                  </a:lnTo>
                  <a:lnTo>
                    <a:pt x="0" y="1234739"/>
                  </a:lnTo>
                  <a:close/>
                </a:path>
              </a:pathLst>
            </a:custGeom>
            <a:gradFill>
              <a:gsLst>
                <a:gs pos="0">
                  <a:srgbClr val="08172A">
                    <a:alpha val="0"/>
                  </a:srgbClr>
                </a:gs>
                <a:gs pos="50000">
                  <a:srgbClr val="08172A">
                    <a:alpha val="0"/>
                  </a:srgbClr>
                </a:gs>
                <a:gs pos="100000">
                  <a:srgbClr val="09182B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8ba0224ced_1_0"/>
            <p:cNvSpPr txBox="1"/>
            <p:nvPr/>
          </p:nvSpPr>
          <p:spPr>
            <a:xfrm>
              <a:off x="0" y="-38100"/>
              <a:ext cx="1146600" cy="127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g38ba0224ced_1_0"/>
          <p:cNvSpPr/>
          <p:nvPr/>
        </p:nvSpPr>
        <p:spPr>
          <a:xfrm>
            <a:off x="9951449" y="606644"/>
            <a:ext cx="1688005" cy="1967563"/>
          </a:xfrm>
          <a:custGeom>
            <a:rect b="b" l="l" r="r" t="t"/>
            <a:pathLst>
              <a:path extrusionOk="0" h="2947660" w="2528846">
                <a:moveTo>
                  <a:pt x="0" y="0"/>
                </a:moveTo>
                <a:lnTo>
                  <a:pt x="2528847" y="0"/>
                </a:lnTo>
                <a:lnTo>
                  <a:pt x="2528847" y="2947660"/>
                </a:lnTo>
                <a:lnTo>
                  <a:pt x="0" y="294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8ba0224ced_1_0"/>
          <p:cNvSpPr txBox="1"/>
          <p:nvPr/>
        </p:nvSpPr>
        <p:spPr>
          <a:xfrm>
            <a:off x="685800" y="679451"/>
            <a:ext cx="46479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DMU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Hacking Society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8ba0224ced_1_0"/>
          <p:cNvSpPr txBox="1"/>
          <p:nvPr/>
        </p:nvSpPr>
        <p:spPr>
          <a:xfrm>
            <a:off x="802900" y="4156333"/>
            <a:ext cx="10580100" cy="19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Linux Fundamentals</a:t>
            </a:r>
            <a:endParaRPr b="0" i="0" sz="64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ba0224e56_0_0"/>
          <p:cNvSpPr/>
          <p:nvPr/>
        </p:nvSpPr>
        <p:spPr>
          <a:xfrm>
            <a:off x="0" y="0"/>
            <a:ext cx="1339596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8ba0224e56_0_0"/>
          <p:cNvSpPr/>
          <p:nvPr/>
        </p:nvSpPr>
        <p:spPr>
          <a:xfrm>
            <a:off x="504692" y="457836"/>
            <a:ext cx="362671" cy="613750"/>
          </a:xfrm>
          <a:custGeom>
            <a:rect b="b" l="l" r="r" t="t"/>
            <a:pathLst>
              <a:path extrusionOk="0" h="919476" w="543327">
                <a:moveTo>
                  <a:pt x="0" y="0"/>
                </a:moveTo>
                <a:lnTo>
                  <a:pt x="543326" y="0"/>
                </a:lnTo>
                <a:lnTo>
                  <a:pt x="543326" y="919476"/>
                </a:lnTo>
                <a:lnTo>
                  <a:pt x="0" y="91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8ba0224e56_0_0"/>
          <p:cNvSpPr/>
          <p:nvPr/>
        </p:nvSpPr>
        <p:spPr>
          <a:xfrm>
            <a:off x="11243256" y="457836"/>
            <a:ext cx="526547" cy="613750"/>
          </a:xfrm>
          <a:custGeom>
            <a:rect b="b" l="l" r="r" t="t"/>
            <a:pathLst>
              <a:path extrusionOk="0" h="919476" w="788834">
                <a:moveTo>
                  <a:pt x="0" y="0"/>
                </a:moveTo>
                <a:lnTo>
                  <a:pt x="788834" y="0"/>
                </a:lnTo>
                <a:lnTo>
                  <a:pt x="788834" y="919476"/>
                </a:lnTo>
                <a:lnTo>
                  <a:pt x="0" y="91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8ba0224e56_0_0"/>
          <p:cNvSpPr/>
          <p:nvPr/>
        </p:nvSpPr>
        <p:spPr>
          <a:xfrm>
            <a:off x="7303221" y="2450993"/>
            <a:ext cx="2611795" cy="2746629"/>
          </a:xfrm>
          <a:custGeom>
            <a:rect b="b" l="l" r="r" t="t"/>
            <a:pathLst>
              <a:path extrusionOk="0" h="4114800" w="3912801">
                <a:moveTo>
                  <a:pt x="0" y="0"/>
                </a:moveTo>
                <a:lnTo>
                  <a:pt x="3912801" y="0"/>
                </a:lnTo>
                <a:lnTo>
                  <a:pt x="39128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8ba0224e56_0_0"/>
          <p:cNvSpPr/>
          <p:nvPr/>
        </p:nvSpPr>
        <p:spPr>
          <a:xfrm>
            <a:off x="2280245" y="2450993"/>
            <a:ext cx="3893417" cy="2746629"/>
          </a:xfrm>
          <a:custGeom>
            <a:rect b="b" l="l" r="r" t="t"/>
            <a:pathLst>
              <a:path extrusionOk="0" h="4114800" w="5832835">
                <a:moveTo>
                  <a:pt x="0" y="0"/>
                </a:moveTo>
                <a:lnTo>
                  <a:pt x="5832835" y="0"/>
                </a:lnTo>
                <a:lnTo>
                  <a:pt x="5832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8ba0224e56_0_0"/>
          <p:cNvSpPr txBox="1"/>
          <p:nvPr/>
        </p:nvSpPr>
        <p:spPr>
          <a:xfrm>
            <a:off x="989931" y="654051"/>
            <a:ext cx="1486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D9D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DMUHACKERS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8ba0224e56_0_0"/>
          <p:cNvSpPr txBox="1"/>
          <p:nvPr/>
        </p:nvSpPr>
        <p:spPr>
          <a:xfrm>
            <a:off x="1402853" y="949431"/>
            <a:ext cx="9386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1" i="0" lang="en-US" sz="610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D0nt d0 1ll3gal sh1t</a:t>
            </a:r>
            <a:endParaRPr b="0" i="0" sz="9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g38ba0224e56_0_0"/>
          <p:cNvSpPr txBox="1"/>
          <p:nvPr/>
        </p:nvSpPr>
        <p:spPr>
          <a:xfrm>
            <a:off x="2280245" y="5574453"/>
            <a:ext cx="7631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please..</a:t>
            </a:r>
            <a:endParaRPr b="0" i="0" sz="9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a0224ced_2_0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Linux is an open-source operating system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are different distributions – Debian, arch, etc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Kali is Debian-based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Kali is mainly used for </a:t>
            </a:r>
            <a:r>
              <a:rPr lang="en-US" sz="2800">
                <a:solidFill>
                  <a:schemeClr val="lt1"/>
                </a:solidFill>
              </a:rPr>
              <a:t>cyber security</a:t>
            </a: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purposes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Comes pre-installed with over 600 tool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rgbClr val="FFFFFF"/>
                </a:solidFill>
              </a:rPr>
              <a:t>https://www.kali.org/tools/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31" name="Google Shape;131;g38ba0224ced_2_0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8ba0224ced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4869" y="3511000"/>
            <a:ext cx="2002275" cy="236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Flags are the options to modify behaviour of a command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(-) for single letter flags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(ls –l –a) can be (ls –la)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(--) for long-form flags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--help or –h for summaries of how tools and its flags are used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 &lt;command&gt; – shows the manual for the tool (man cat)</a:t>
            </a:r>
            <a:endParaRPr/>
          </a:p>
          <a:p>
            <a:pPr indent="-279400" lvl="5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Knowing how to use tools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cd – change directory (cd dir, cd ..)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pwd – print working directory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ls – list contents of the current directory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 &lt;filename&gt; – shows a files contents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whoami – displays the username of the current user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 – display info on user id and groups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mkdir – make directory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touch – create an empty file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 – copy – (cp &lt;filename/directory&gt; &lt;destination&gt;)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rm – remove – (rm &lt;filename/directory&gt;)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rmdir – to delete empty directories 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Linux commands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6326" y="2273975"/>
            <a:ext cx="2010475" cy="23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</a:rPr>
              <a:t>strings - print strings of printable characters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curl - transfers data to and from a URL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find - searches for files 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grep - search for specific words, phrases, or patterns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less - displays content one page at a time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head - shows first lines of a file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tail - shows only last lines of a file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clear - clears terminal screen</a:t>
            </a:r>
            <a:endParaRPr sz="2800">
              <a:solidFill>
                <a:schemeClr val="lt1"/>
              </a:solidFill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t/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Linux commands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1323" y="2714300"/>
            <a:ext cx="1680725" cy="192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 Using this puts the output of a command into a file</a:t>
            </a:r>
            <a:endParaRPr/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Overwrites a file if it exists, creates a file if it doesn’t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&gt;&gt; Using this will get the data appended to the file, rather than rewriting 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 Takes the input from a file instead of the keyboard (sort &lt; names.txt)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| Pipelining takes the output from the first command and uses it as an input for the next command (cat file.txt | grep “word”)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Pipelining and Redirection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6550" y="1463950"/>
            <a:ext cx="1220101" cy="122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sudo apt update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sudo apt full-upgrade -y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sudo apt install &lt;package_name&gt;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sudo apt update </a:t>
            </a:r>
            <a:r>
              <a:rPr b="0" i="0" lang="en-US" sz="2800" u="none" cap="none" strike="noStrike">
                <a:solidFill>
                  <a:schemeClr val="lt1"/>
                </a:solidFill>
                <a:highlight>
                  <a:srgbClr val="FF00FF"/>
                </a:highlight>
                <a:latin typeface="Arial"/>
                <a:ea typeface="Arial"/>
                <a:cs typeface="Arial"/>
                <a:sym typeface="Arial"/>
              </a:rPr>
              <a:t>&amp;&amp;</a:t>
            </a: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sudo apt full-upgrade –y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(&amp;&amp;) just means it will do the next command straight after, if the first command was successful, so you only write the one line and it does both</a:t>
            </a:r>
            <a:endParaRPr sz="28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sudo allows an authorised user to run a tool with elevated </a:t>
            </a:r>
            <a:r>
              <a:rPr lang="en-US" sz="2800">
                <a:solidFill>
                  <a:schemeClr val="lt1"/>
                </a:solidFill>
              </a:rPr>
              <a:t>privileges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install tools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025" y="1405217"/>
            <a:ext cx="3717300" cy="20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newer versions of kali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You’ll need to install pipx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pipx install &lt;package_name&gt;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Once it’s installed you can use the tool as normal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Examples of python tools: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Volatility3 – forensics tool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Pwntools – CTF framework – made to make exploit writing faster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install python-based tools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1425" y="1559150"/>
            <a:ext cx="2575376" cy="257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/>
        </p:nvSpPr>
        <p:spPr>
          <a:xfrm>
            <a:off x="445200" y="1710591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 clone &lt;url&gt;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XXStrike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install tools from github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Wordlists are useful for brute-forcing, password cracking, directory fuzzing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Use with johntheripper, hydra, ffuf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/usr/share/wordlists</a:t>
            </a:r>
            <a:endParaRPr/>
          </a:p>
          <a:p>
            <a:pPr indent="-279400" lvl="5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Wordlists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975" y="461962"/>
            <a:ext cx="5734050" cy="59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Important to understand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threat detection or incident response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So, looking in logs (/var/log)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for signs of persistence (cron jobs in places they shouldn’t be)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Backdoor accounts created (/etc/passwd or /etc/shadow)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2725" y="4235900"/>
            <a:ext cx="2139825" cy="21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Each file/directory has its own set of permissions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we use ‘ls –l’ we see the files permissions</a:t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Permissions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550" y="3016157"/>
            <a:ext cx="10664482" cy="205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2653" y="694478"/>
            <a:ext cx="1764847" cy="20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character shows whether it’s a file (-) or directory (d)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rest of the characters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3 = owner (u)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Next 3 = group (g)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Last 3 = others (o)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 – read permissions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 – write permissions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 – execute permissions 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Permissions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11" title="200w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0700" y="3756325"/>
            <a:ext cx="3093825" cy="23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Permissions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866" y="1950705"/>
            <a:ext cx="70294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Changing Permissions</a:t>
            </a:r>
            <a:endParaRPr/>
          </a:p>
        </p:txBody>
      </p:sp>
      <p:sp>
        <p:nvSpPr>
          <p:cNvPr id="227" name="Google Shape;227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chmod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chmod u+x</a:t>
            </a:r>
            <a:endParaRPr sz="26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chmod g-r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chmod ugo+x or chmod a+x</a:t>
            </a:r>
            <a:endParaRPr sz="26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chmod 760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chmod 777 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chown</a:t>
            </a:r>
            <a:endParaRPr sz="28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chown &lt;newowner&gt; &lt;file&gt;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chown &lt;userid&gt; &lt;file&gt;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solidFill>
                  <a:schemeClr val="lt1"/>
                </a:solidFill>
              </a:rPr>
              <a:t>chown &lt;user:group&gt; &lt;file&gt;</a:t>
            </a:r>
            <a:endParaRPr/>
          </a:p>
          <a:p>
            <a:pPr indent="-177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t/>
            </a:r>
            <a:endParaRPr sz="2600">
              <a:solidFill>
                <a:schemeClr val="lt1"/>
              </a:solidFill>
            </a:endParaRPr>
          </a:p>
          <a:p>
            <a:pPr indent="-177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t/>
            </a:r>
            <a:endParaRPr sz="2600">
              <a:solidFill>
                <a:schemeClr val="lt1"/>
              </a:solidFill>
            </a:endParaRPr>
          </a:p>
        </p:txBody>
      </p:sp>
      <p:pic>
        <p:nvPicPr>
          <p:cNvPr id="228" name="Google Shape;2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69281"/>
            <a:ext cx="5673878" cy="506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/>
        </p:nvSpPr>
        <p:spPr>
          <a:xfrm>
            <a:off x="457232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Nano – Easiest to use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</a:t>
            </a:r>
            <a:r>
              <a:rPr lang="en-US" sz="2800">
                <a:solidFill>
                  <a:schemeClr val="lt1"/>
                </a:solidFill>
              </a:rPr>
              <a:t>/vim - different modes (normal, insert, visual, command)</a:t>
            </a:r>
            <a:endParaRPr sz="2800">
              <a:solidFill>
                <a:schemeClr val="lt1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>
                <a:solidFill>
                  <a:schemeClr val="lt1"/>
                </a:solidFill>
              </a:rPr>
              <a:t>Good luck exciting Vim and Vi :D</a:t>
            </a:r>
            <a:endParaRPr sz="2800">
              <a:solidFill>
                <a:schemeClr val="lt1"/>
              </a:solidFill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t/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445200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 Editors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6175" y="2816502"/>
            <a:ext cx="2538656" cy="355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/>
        </p:nvSpPr>
        <p:spPr>
          <a:xfrm>
            <a:off x="445200" y="1727400"/>
            <a:ext cx="113016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writing passwords, the passwords won’t be shown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copy – ctrl+shift+c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paste – ctrl+shift+v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Interrupt a process – ctrl+c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 - autocomplete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 arrow – go through command history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457232" y="339050"/>
            <a:ext cx="10422300" cy="12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Other Tips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6675" y="4027000"/>
            <a:ext cx="2160625" cy="21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9f49548e7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Practical</a:t>
            </a:r>
            <a:endParaRPr/>
          </a:p>
        </p:txBody>
      </p:sp>
      <p:sp>
        <p:nvSpPr>
          <p:cNvPr id="248" name="Google Shape;248;g3b9f49548e7_0_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chemeClr val="lt1"/>
                </a:solidFill>
              </a:rPr>
              <a:t>Part 1:</a:t>
            </a:r>
            <a:endParaRPr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https://tryhackme.com/room/linuxfundamentalspart1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chemeClr val="lt1"/>
                </a:solidFill>
              </a:rPr>
              <a:t>Part 2:</a:t>
            </a:r>
            <a:endParaRPr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https://tryhackme.com/room/ninjaskills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249" name="Google Shape;249;g3b9f49548e7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2848" y="2951950"/>
            <a:ext cx="4635325" cy="9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b9f49548e7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2850" y="5614750"/>
            <a:ext cx="402231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2026-01-19T12:57:19Z</dcterms:created>
  <dc:creator>charlie Burrows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0x010100F2CBA694643A7B43ABFBC41BBC8FDC95</vt:lpwstr>
  </property>
</Properties>
</file>